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70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7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8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2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1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8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0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8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18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63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5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3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6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DC01FAA-D4EF-5473-2E1C-E153FB105095}"/>
              </a:ext>
            </a:extLst>
          </p:cNvPr>
          <p:cNvGrpSpPr/>
          <p:nvPr/>
        </p:nvGrpSpPr>
        <p:grpSpPr>
          <a:xfrm>
            <a:off x="1422442" y="697358"/>
            <a:ext cx="2116877" cy="4513582"/>
            <a:chOff x="655320" y="3197262"/>
            <a:chExt cx="1548489" cy="226347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0AA890-C5A3-7CCF-3FFE-5C1BECE0431A}"/>
                </a:ext>
              </a:extLst>
            </p:cNvPr>
            <p:cNvSpPr/>
            <p:nvPr/>
          </p:nvSpPr>
          <p:spPr>
            <a:xfrm>
              <a:off x="655320" y="3426132"/>
              <a:ext cx="1548489" cy="2034600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Blood Group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Address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District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Thana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Road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House No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 Of Birth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Gender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 Details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Guardian_Phn_Num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NID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Relation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Tution_Fee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Payment_Status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18E3DC-0F89-8BAD-5B11-6A7296C193DB}"/>
                </a:ext>
              </a:extLst>
            </p:cNvPr>
            <p:cNvSpPr/>
            <p:nvPr/>
          </p:nvSpPr>
          <p:spPr>
            <a:xfrm>
              <a:off x="655320" y="3197262"/>
              <a:ext cx="1548489" cy="228231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2C77B5-1B45-EAB4-F6B6-06FEC920A4C3}"/>
              </a:ext>
            </a:extLst>
          </p:cNvPr>
          <p:cNvGrpSpPr/>
          <p:nvPr/>
        </p:nvGrpSpPr>
        <p:grpSpPr>
          <a:xfrm>
            <a:off x="3912430" y="619303"/>
            <a:ext cx="1877568" cy="3296819"/>
            <a:chOff x="655320" y="3285422"/>
            <a:chExt cx="1267862" cy="160386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993DBD-C04A-FD88-19E1-CFF89AB5AC09}"/>
                </a:ext>
              </a:extLst>
            </p:cNvPr>
            <p:cNvSpPr/>
            <p:nvPr/>
          </p:nvSpPr>
          <p:spPr>
            <a:xfrm>
              <a:off x="655320" y="3461334"/>
              <a:ext cx="1267862" cy="1427957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{Course}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Educational_Qualification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Degree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Department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Result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Employment_Details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Joining 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Position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Salary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06992C-F6F9-D189-4215-7C595D8FE8DC}"/>
                </a:ext>
              </a:extLst>
            </p:cNvPr>
            <p:cNvSpPr/>
            <p:nvPr/>
          </p:nvSpPr>
          <p:spPr>
            <a:xfrm>
              <a:off x="655320" y="3285422"/>
              <a:ext cx="1267862" cy="17591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31F86B-0186-505A-41A7-D9B2858B631D}"/>
              </a:ext>
            </a:extLst>
          </p:cNvPr>
          <p:cNvGrpSpPr/>
          <p:nvPr/>
        </p:nvGrpSpPr>
        <p:grpSpPr>
          <a:xfrm>
            <a:off x="308240" y="189374"/>
            <a:ext cx="1026160" cy="1270000"/>
            <a:chOff x="655320" y="3459480"/>
            <a:chExt cx="1559560" cy="242316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820C0A-D932-583A-E123-87335BE8F31B}"/>
                </a:ext>
              </a:extLst>
            </p:cNvPr>
            <p:cNvSpPr/>
            <p:nvPr/>
          </p:nvSpPr>
          <p:spPr>
            <a:xfrm>
              <a:off x="655320" y="3774440"/>
              <a:ext cx="1559560" cy="2108200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ABBC037-C4E3-3072-4427-A67579F15749}"/>
                </a:ext>
              </a:extLst>
            </p:cNvPr>
            <p:cNvSpPr/>
            <p:nvPr/>
          </p:nvSpPr>
          <p:spPr>
            <a:xfrm>
              <a:off x="655320" y="3459480"/>
              <a:ext cx="1559560" cy="508864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6ACCCB-7FF1-E1E7-F0E5-F0B09E09F4CA}"/>
              </a:ext>
            </a:extLst>
          </p:cNvPr>
          <p:cNvGrpSpPr/>
          <p:nvPr/>
        </p:nvGrpSpPr>
        <p:grpSpPr>
          <a:xfrm>
            <a:off x="4579307" y="4072019"/>
            <a:ext cx="1210691" cy="880110"/>
            <a:chOff x="4737100" y="5625844"/>
            <a:chExt cx="1094740" cy="145123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FC5A1AB-9C5B-0E81-8760-ACCD5A9E23F6}"/>
                </a:ext>
              </a:extLst>
            </p:cNvPr>
            <p:cNvGrpSpPr/>
            <p:nvPr/>
          </p:nvGrpSpPr>
          <p:grpSpPr>
            <a:xfrm>
              <a:off x="4769485" y="5672424"/>
              <a:ext cx="1026160" cy="1340741"/>
              <a:chOff x="655320" y="3252053"/>
              <a:chExt cx="1559560" cy="255813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F92C9E-442B-8328-9695-A4CB3B85E0F3}"/>
                  </a:ext>
                </a:extLst>
              </p:cNvPr>
              <p:cNvSpPr/>
              <p:nvPr/>
            </p:nvSpPr>
            <p:spPr>
              <a:xfrm>
                <a:off x="655320" y="3774440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/>
                  <a:t>Attendence_ID</a:t>
                </a:r>
                <a:endParaRPr lang="en-US" sz="1200" u="sng" dirty="0"/>
              </a:p>
              <a:p>
                <a:r>
                  <a:rPr lang="en-US" sz="1200" dirty="0"/>
                  <a:t>Date</a:t>
                </a:r>
              </a:p>
              <a:p>
                <a:r>
                  <a:rPr lang="en-US" sz="1200" dirty="0"/>
                  <a:t>Status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EF001A7-F49E-00F2-7684-CF6CFF591C99}"/>
                  </a:ext>
                </a:extLst>
              </p:cNvPr>
              <p:cNvSpPr/>
              <p:nvPr/>
            </p:nvSpPr>
            <p:spPr>
              <a:xfrm>
                <a:off x="655320" y="3252053"/>
                <a:ext cx="1559560" cy="666582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Attendence</a:t>
                </a:r>
                <a:endPara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400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Frame 28">
              <a:extLst>
                <a:ext uri="{FF2B5EF4-FFF2-40B4-BE49-F238E27FC236}">
                  <a16:creationId xmlns:a16="http://schemas.microsoft.com/office/drawing/2014/main" id="{CBDA1207-B584-2445-F546-BE58DC297280}"/>
                </a:ext>
              </a:extLst>
            </p:cNvPr>
            <p:cNvSpPr/>
            <p:nvPr/>
          </p:nvSpPr>
          <p:spPr>
            <a:xfrm>
              <a:off x="4737100" y="5625844"/>
              <a:ext cx="1094740" cy="1451230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272215-53ED-DD36-A296-A1FC4C5CF889}"/>
              </a:ext>
            </a:extLst>
          </p:cNvPr>
          <p:cNvGrpSpPr/>
          <p:nvPr/>
        </p:nvGrpSpPr>
        <p:grpSpPr>
          <a:xfrm>
            <a:off x="4465001" y="5180180"/>
            <a:ext cx="1435087" cy="1231773"/>
            <a:chOff x="4737100" y="5748020"/>
            <a:chExt cx="1094740" cy="132905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EADC7E-8B8E-82D5-8899-F17CC15A757E}"/>
                </a:ext>
              </a:extLst>
            </p:cNvPr>
            <p:cNvGrpSpPr/>
            <p:nvPr/>
          </p:nvGrpSpPr>
          <p:grpSpPr>
            <a:xfrm>
              <a:off x="4769485" y="5814121"/>
              <a:ext cx="1026160" cy="1198524"/>
              <a:chOff x="655320" y="3522407"/>
              <a:chExt cx="1559560" cy="2286785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9D64D0-DAC7-5D32-FB2F-10FA6E20B473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Class_time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Class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7EE9B58-8BFF-CC92-1595-CBBF57F7313C}"/>
                  </a:ext>
                </a:extLst>
              </p:cNvPr>
              <p:cNvSpPr/>
              <p:nvPr/>
            </p:nvSpPr>
            <p:spPr>
              <a:xfrm>
                <a:off x="655320" y="3522407"/>
                <a:ext cx="1559560" cy="590529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Duration</a:t>
                </a:r>
              </a:p>
              <a:p>
                <a:pPr algn="ctr"/>
                <a:endParaRPr lang="en-US" sz="1400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52444191-4AC2-AA0F-F944-D5100FFE808B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E178B6-DB27-7B73-9C26-C26A73EADAD5}"/>
              </a:ext>
            </a:extLst>
          </p:cNvPr>
          <p:cNvGrpSpPr/>
          <p:nvPr/>
        </p:nvGrpSpPr>
        <p:grpSpPr>
          <a:xfrm>
            <a:off x="712798" y="5496611"/>
            <a:ext cx="1768082" cy="1830684"/>
            <a:chOff x="4737100" y="5748020"/>
            <a:chExt cx="1094740" cy="1329055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6AECC26-6A13-976B-5AE6-43D7A2570670}"/>
                </a:ext>
              </a:extLst>
            </p:cNvPr>
            <p:cNvGrpSpPr/>
            <p:nvPr/>
          </p:nvGrpSpPr>
          <p:grpSpPr>
            <a:xfrm>
              <a:off x="4769485" y="5814123"/>
              <a:ext cx="1026160" cy="1198522"/>
              <a:chOff x="655320" y="3522411"/>
              <a:chExt cx="1559560" cy="2286781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8ADD635-133C-5E98-4136-63EF2F777438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Subject_ID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Marks Obtained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Grade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1D076F6-CCC3-159F-1408-BCD655EC29EC}"/>
                  </a:ext>
                </a:extLst>
              </p:cNvPr>
              <p:cNvSpPr/>
              <p:nvPr/>
            </p:nvSpPr>
            <p:spPr>
              <a:xfrm>
                <a:off x="655320" y="3522411"/>
                <a:ext cx="1559560" cy="465632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300000"/>
                  </a:lnSpc>
                </a:pP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</a:t>
                </a:r>
              </a:p>
              <a:p>
                <a:pPr algn="ctr"/>
                <a:endParaRPr lang="en-US" sz="1400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0D24B334-97BD-FEBE-A0D7-56ED1151E771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4033E6-017B-15ED-B691-B26E66ABA802}"/>
              </a:ext>
            </a:extLst>
          </p:cNvPr>
          <p:cNvGrpSpPr/>
          <p:nvPr/>
        </p:nvGrpSpPr>
        <p:grpSpPr>
          <a:xfrm>
            <a:off x="2821775" y="5587663"/>
            <a:ext cx="1435087" cy="850684"/>
            <a:chOff x="655320" y="3285420"/>
            <a:chExt cx="1267862" cy="14308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354BBC9-13CC-3518-3BBF-DDA54D996EE3}"/>
                </a:ext>
              </a:extLst>
            </p:cNvPr>
            <p:cNvSpPr/>
            <p:nvPr/>
          </p:nvSpPr>
          <p:spPr>
            <a:xfrm>
              <a:off x="655320" y="3714643"/>
              <a:ext cx="1267862" cy="100167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Faculty List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9054098-00A9-CCFC-2887-A7B64E404C1F}"/>
                </a:ext>
              </a:extLst>
            </p:cNvPr>
            <p:cNvSpPr/>
            <p:nvPr/>
          </p:nvSpPr>
          <p:spPr>
            <a:xfrm>
              <a:off x="655320" y="3285420"/>
              <a:ext cx="1267862" cy="42922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D049FFF-2AEE-D045-8032-782A59B9DF65}"/>
              </a:ext>
            </a:extLst>
          </p:cNvPr>
          <p:cNvGrpSpPr/>
          <p:nvPr/>
        </p:nvGrpSpPr>
        <p:grpSpPr>
          <a:xfrm>
            <a:off x="2623199" y="7755244"/>
            <a:ext cx="1116697" cy="811530"/>
            <a:chOff x="655320" y="2630915"/>
            <a:chExt cx="1548489" cy="282981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9BE545B-787C-2FFF-D412-E5AD235971BB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D5E4483-A434-6D32-5649-3EEF7716E7D5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34FDDF-2CE2-E638-D499-83774557B4FE}"/>
              </a:ext>
            </a:extLst>
          </p:cNvPr>
          <p:cNvGrpSpPr/>
          <p:nvPr/>
        </p:nvGrpSpPr>
        <p:grpSpPr>
          <a:xfrm>
            <a:off x="712798" y="7712781"/>
            <a:ext cx="1116697" cy="1445894"/>
            <a:chOff x="655320" y="2630915"/>
            <a:chExt cx="1548489" cy="28298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40A28DE-5E41-6BEC-4EA8-8B44E285022A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Staff_Position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Staff_Salary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8406D62-B2F3-5F78-C0F8-6FF3AF6E3E72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CEF5E6B-B0C8-40F7-916C-B00E2E854346}"/>
              </a:ext>
            </a:extLst>
          </p:cNvPr>
          <p:cNvGrpSpPr/>
          <p:nvPr/>
        </p:nvGrpSpPr>
        <p:grpSpPr>
          <a:xfrm>
            <a:off x="4851214" y="7188939"/>
            <a:ext cx="1435087" cy="1453998"/>
            <a:chOff x="655320" y="2119641"/>
            <a:chExt cx="1934163" cy="336765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11369FF-B3DD-F421-A006-E6548DA0BADE}"/>
                </a:ext>
              </a:extLst>
            </p:cNvPr>
            <p:cNvSpPr/>
            <p:nvPr/>
          </p:nvSpPr>
          <p:spPr>
            <a:xfrm>
              <a:off x="655320" y="2726683"/>
              <a:ext cx="1934163" cy="27606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User_ID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Password</a:t>
              </a: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UserType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(Student/Teacher/</a:t>
              </a:r>
            </a:p>
            <a:p>
              <a:pPr algn="l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Faculty/Staff)</a:t>
              </a:r>
            </a:p>
            <a:p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012AE74-432B-794E-AA21-2D5A53D7A579}"/>
                </a:ext>
              </a:extLst>
            </p:cNvPr>
            <p:cNvSpPr/>
            <p:nvPr/>
          </p:nvSpPr>
          <p:spPr>
            <a:xfrm>
              <a:off x="655320" y="2119641"/>
              <a:ext cx="1934163" cy="60704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902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120</TotalTime>
  <Words>176</Words>
  <Application>Microsoft Office PowerPoint</Application>
  <PresentationFormat>A4 Paper (210x297 mm)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ifti haque</dc:creator>
  <cp:lastModifiedBy>ifti haque</cp:lastModifiedBy>
  <cp:revision>1</cp:revision>
  <dcterms:created xsi:type="dcterms:W3CDTF">2023-08-20T11:02:43Z</dcterms:created>
  <dcterms:modified xsi:type="dcterms:W3CDTF">2023-08-20T13:03:04Z</dcterms:modified>
</cp:coreProperties>
</file>