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17610138" cy="9906000"/>
  <p:notesSz cx="6858000" cy="9144000"/>
  <p:defaultTextStyle>
    <a:defPPr>
      <a:defRPr lang="en-US"/>
    </a:defPPr>
    <a:lvl1pPr marL="0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45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89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436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581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725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870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54" autoAdjust="0"/>
    <p:restoredTop sz="94660"/>
  </p:normalViewPr>
  <p:slideViewPr>
    <p:cSldViewPr snapToGrid="0">
      <p:cViewPr varScale="1">
        <p:scale>
          <a:sx n="57" d="100"/>
          <a:sy n="57" d="100"/>
        </p:scale>
        <p:origin x="84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1267" y="1621191"/>
            <a:ext cx="13207604" cy="3448756"/>
          </a:xfrm>
        </p:spPr>
        <p:txBody>
          <a:bodyPr anchor="b"/>
          <a:lstStyle>
            <a:lvl1pPr algn="ctr">
              <a:defRPr sz="8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1267" y="5202944"/>
            <a:ext cx="13207604" cy="2391656"/>
          </a:xfrm>
        </p:spPr>
        <p:txBody>
          <a:bodyPr/>
          <a:lstStyle>
            <a:lvl1pPr marL="0" indent="0" algn="ctr">
              <a:buNone/>
              <a:defRPr sz="3467"/>
            </a:lvl1pPr>
            <a:lvl2pPr marL="660352" indent="0" algn="ctr">
              <a:buNone/>
              <a:defRPr sz="2889"/>
            </a:lvl2pPr>
            <a:lvl3pPr marL="1320701" indent="0" algn="ctr">
              <a:buNone/>
              <a:defRPr sz="2601"/>
            </a:lvl3pPr>
            <a:lvl4pPr marL="1981053" indent="0" algn="ctr">
              <a:buNone/>
              <a:defRPr sz="2311"/>
            </a:lvl4pPr>
            <a:lvl5pPr marL="2641403" indent="0" algn="ctr">
              <a:buNone/>
              <a:defRPr sz="2311"/>
            </a:lvl5pPr>
            <a:lvl6pPr marL="3301754" indent="0" algn="ctr">
              <a:buNone/>
              <a:defRPr sz="2311"/>
            </a:lvl6pPr>
            <a:lvl7pPr marL="3962104" indent="0" algn="ctr">
              <a:buNone/>
              <a:defRPr sz="2311"/>
            </a:lvl7pPr>
            <a:lvl8pPr marL="4622456" indent="0" algn="ctr">
              <a:buNone/>
              <a:defRPr sz="2311"/>
            </a:lvl8pPr>
            <a:lvl9pPr marL="5282805" indent="0" algn="ctr">
              <a:buNone/>
              <a:defRPr sz="231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466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08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1526" y="2469622"/>
            <a:ext cx="15188744" cy="4120620"/>
          </a:xfrm>
        </p:spPr>
        <p:txBody>
          <a:bodyPr anchor="b"/>
          <a:lstStyle>
            <a:lvl1pPr>
              <a:defRPr sz="8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1526" y="6629226"/>
            <a:ext cx="15188744" cy="2166937"/>
          </a:xfrm>
        </p:spPr>
        <p:txBody>
          <a:bodyPr/>
          <a:lstStyle>
            <a:lvl1pPr marL="0" indent="0">
              <a:buNone/>
              <a:defRPr sz="3467">
                <a:solidFill>
                  <a:schemeClr val="tx1">
                    <a:tint val="75000"/>
                  </a:schemeClr>
                </a:solidFill>
              </a:defRPr>
            </a:lvl1pPr>
            <a:lvl2pPr marL="660352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2pPr>
            <a:lvl3pPr marL="1320701" indent="0">
              <a:buNone/>
              <a:defRPr sz="2601">
                <a:solidFill>
                  <a:schemeClr val="tx1">
                    <a:tint val="75000"/>
                  </a:schemeClr>
                </a:solidFill>
              </a:defRPr>
            </a:lvl3pPr>
            <a:lvl4pPr marL="1981053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4pPr>
            <a:lvl5pPr marL="2641403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5pPr>
            <a:lvl6pPr marL="3301754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6pPr>
            <a:lvl7pPr marL="3962104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7pPr>
            <a:lvl8pPr marL="4622456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8pPr>
            <a:lvl9pPr marL="5282805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789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0698" y="2637014"/>
            <a:ext cx="7484309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5133" y="2637014"/>
            <a:ext cx="7484309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245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2" y="527405"/>
            <a:ext cx="15188744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2991" y="2428348"/>
            <a:ext cx="7449913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52" indent="0">
              <a:buNone/>
              <a:defRPr sz="2889" b="1"/>
            </a:lvl2pPr>
            <a:lvl3pPr marL="1320701" indent="0">
              <a:buNone/>
              <a:defRPr sz="2601" b="1"/>
            </a:lvl3pPr>
            <a:lvl4pPr marL="1981053" indent="0">
              <a:buNone/>
              <a:defRPr sz="2311" b="1"/>
            </a:lvl4pPr>
            <a:lvl5pPr marL="2641403" indent="0">
              <a:buNone/>
              <a:defRPr sz="2311" b="1"/>
            </a:lvl5pPr>
            <a:lvl6pPr marL="3301754" indent="0">
              <a:buNone/>
              <a:defRPr sz="2311" b="1"/>
            </a:lvl6pPr>
            <a:lvl7pPr marL="3962104" indent="0">
              <a:buNone/>
              <a:defRPr sz="2311" b="1"/>
            </a:lvl7pPr>
            <a:lvl8pPr marL="4622456" indent="0">
              <a:buNone/>
              <a:defRPr sz="2311" b="1"/>
            </a:lvl8pPr>
            <a:lvl9pPr marL="5282805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2991" y="3618443"/>
            <a:ext cx="744991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915133" y="2428348"/>
            <a:ext cx="7486602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52" indent="0">
              <a:buNone/>
              <a:defRPr sz="2889" b="1"/>
            </a:lvl2pPr>
            <a:lvl3pPr marL="1320701" indent="0">
              <a:buNone/>
              <a:defRPr sz="2601" b="1"/>
            </a:lvl3pPr>
            <a:lvl4pPr marL="1981053" indent="0">
              <a:buNone/>
              <a:defRPr sz="2311" b="1"/>
            </a:lvl4pPr>
            <a:lvl5pPr marL="2641403" indent="0">
              <a:buNone/>
              <a:defRPr sz="2311" b="1"/>
            </a:lvl5pPr>
            <a:lvl6pPr marL="3301754" indent="0">
              <a:buNone/>
              <a:defRPr sz="2311" b="1"/>
            </a:lvl6pPr>
            <a:lvl7pPr marL="3962104" indent="0">
              <a:buNone/>
              <a:defRPr sz="2311" b="1"/>
            </a:lvl7pPr>
            <a:lvl8pPr marL="4622456" indent="0">
              <a:buNone/>
              <a:defRPr sz="2311" b="1"/>
            </a:lvl8pPr>
            <a:lvl9pPr marL="5282805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915133" y="3618443"/>
            <a:ext cx="7486602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111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08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52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3" y="660400"/>
            <a:ext cx="5679726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6604" y="1426283"/>
            <a:ext cx="8915131" cy="7039681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2993" y="2971800"/>
            <a:ext cx="5679726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52" indent="0">
              <a:buNone/>
              <a:defRPr sz="2021"/>
            </a:lvl2pPr>
            <a:lvl3pPr marL="1320701" indent="0">
              <a:buNone/>
              <a:defRPr sz="1733"/>
            </a:lvl3pPr>
            <a:lvl4pPr marL="1981053" indent="0">
              <a:buNone/>
              <a:defRPr sz="1443"/>
            </a:lvl4pPr>
            <a:lvl5pPr marL="2641403" indent="0">
              <a:buNone/>
              <a:defRPr sz="1443"/>
            </a:lvl5pPr>
            <a:lvl6pPr marL="3301754" indent="0">
              <a:buNone/>
              <a:defRPr sz="1443"/>
            </a:lvl6pPr>
            <a:lvl7pPr marL="3962104" indent="0">
              <a:buNone/>
              <a:defRPr sz="1443"/>
            </a:lvl7pPr>
            <a:lvl8pPr marL="4622456" indent="0">
              <a:buNone/>
              <a:defRPr sz="1443"/>
            </a:lvl8pPr>
            <a:lvl9pPr marL="5282805" indent="0">
              <a:buNone/>
              <a:defRPr sz="144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35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3" y="660400"/>
            <a:ext cx="5679726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6604" y="1426283"/>
            <a:ext cx="8915131" cy="7039681"/>
          </a:xfrm>
        </p:spPr>
        <p:txBody>
          <a:bodyPr anchor="t"/>
          <a:lstStyle>
            <a:lvl1pPr marL="0" indent="0">
              <a:buNone/>
              <a:defRPr sz="4622"/>
            </a:lvl1pPr>
            <a:lvl2pPr marL="660352" indent="0">
              <a:buNone/>
              <a:defRPr sz="4044"/>
            </a:lvl2pPr>
            <a:lvl3pPr marL="1320701" indent="0">
              <a:buNone/>
              <a:defRPr sz="3467"/>
            </a:lvl3pPr>
            <a:lvl4pPr marL="1981053" indent="0">
              <a:buNone/>
              <a:defRPr sz="2889"/>
            </a:lvl4pPr>
            <a:lvl5pPr marL="2641403" indent="0">
              <a:buNone/>
              <a:defRPr sz="2889"/>
            </a:lvl5pPr>
            <a:lvl6pPr marL="3301754" indent="0">
              <a:buNone/>
              <a:defRPr sz="2889"/>
            </a:lvl6pPr>
            <a:lvl7pPr marL="3962104" indent="0">
              <a:buNone/>
              <a:defRPr sz="2889"/>
            </a:lvl7pPr>
            <a:lvl8pPr marL="4622456" indent="0">
              <a:buNone/>
              <a:defRPr sz="2889"/>
            </a:lvl8pPr>
            <a:lvl9pPr marL="5282805" indent="0">
              <a:buNone/>
              <a:defRPr sz="288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2993" y="2971800"/>
            <a:ext cx="5679726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52" indent="0">
              <a:buNone/>
              <a:defRPr sz="2021"/>
            </a:lvl2pPr>
            <a:lvl3pPr marL="1320701" indent="0">
              <a:buNone/>
              <a:defRPr sz="1733"/>
            </a:lvl3pPr>
            <a:lvl4pPr marL="1981053" indent="0">
              <a:buNone/>
              <a:defRPr sz="1443"/>
            </a:lvl4pPr>
            <a:lvl5pPr marL="2641403" indent="0">
              <a:buNone/>
              <a:defRPr sz="1443"/>
            </a:lvl5pPr>
            <a:lvl6pPr marL="3301754" indent="0">
              <a:buNone/>
              <a:defRPr sz="1443"/>
            </a:lvl6pPr>
            <a:lvl7pPr marL="3962104" indent="0">
              <a:buNone/>
              <a:defRPr sz="1443"/>
            </a:lvl7pPr>
            <a:lvl8pPr marL="4622456" indent="0">
              <a:buNone/>
              <a:defRPr sz="1443"/>
            </a:lvl8pPr>
            <a:lvl9pPr marL="5282805" indent="0">
              <a:buNone/>
              <a:defRPr sz="144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68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18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602255" y="527403"/>
            <a:ext cx="379718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0699" y="527403"/>
            <a:ext cx="11171432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615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0699" y="527405"/>
            <a:ext cx="15188744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0699" y="2637014"/>
            <a:ext cx="15188744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0698" y="9181397"/>
            <a:ext cx="3962281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E27D8-1987-4D5B-8769-970CFE029684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33360" y="9181397"/>
            <a:ext cx="5943422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37161" y="9181397"/>
            <a:ext cx="3962281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64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20701" rtl="0" eaLnBrk="1" latinLnBrk="0" hangingPunct="1">
        <a:lnSpc>
          <a:spcPct val="90000"/>
        </a:lnSpc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176" indent="-330176" algn="l" defTabSz="1320701" rtl="0" eaLnBrk="1" latinLnBrk="0" hangingPunct="1">
        <a:lnSpc>
          <a:spcPct val="90000"/>
        </a:lnSpc>
        <a:spcBef>
          <a:spcPts val="1443"/>
        </a:spcBef>
        <a:buFont typeface="Arial" panose="020B0604020202020204" pitchFamily="34" charset="0"/>
        <a:buChar char="•"/>
        <a:defRPr sz="4044" kern="1200">
          <a:solidFill>
            <a:schemeClr val="tx1"/>
          </a:solidFill>
          <a:latin typeface="+mn-lt"/>
          <a:ea typeface="+mn-ea"/>
          <a:cs typeface="+mn-cs"/>
        </a:defRPr>
      </a:lvl1pPr>
      <a:lvl2pPr marL="990527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650877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3pPr>
      <a:lvl4pPr marL="2311229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4pPr>
      <a:lvl5pPr marL="2971578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5pPr>
      <a:lvl6pPr marL="3631930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6pPr>
      <a:lvl7pPr marL="4292280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7pPr>
      <a:lvl8pPr marL="4952631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8pPr>
      <a:lvl9pPr marL="5612981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1pPr>
      <a:lvl2pPr marL="660352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2pPr>
      <a:lvl3pPr marL="1320701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3pPr>
      <a:lvl4pPr marL="1981053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4pPr>
      <a:lvl5pPr marL="2641403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5pPr>
      <a:lvl6pPr marL="3301754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7pPr>
      <a:lvl8pPr marL="4622456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8pPr>
      <a:lvl9pPr marL="5282805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iamond 9">
            <a:extLst>
              <a:ext uri="{FF2B5EF4-FFF2-40B4-BE49-F238E27FC236}">
                <a16:creationId xmlns:a16="http://schemas.microsoft.com/office/drawing/2014/main" id="{F37248AF-429B-04A4-21CF-A40C034AB494}"/>
              </a:ext>
            </a:extLst>
          </p:cNvPr>
          <p:cNvSpPr/>
          <p:nvPr/>
        </p:nvSpPr>
        <p:spPr>
          <a:xfrm>
            <a:off x="2215066" y="1991019"/>
            <a:ext cx="1277171" cy="596721"/>
          </a:xfrm>
          <a:prstGeom prst="diamond">
            <a:avLst/>
          </a:prstGeom>
          <a:solidFill>
            <a:schemeClr val="bg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 err="1"/>
              <a:t>Atnd_Stu</a:t>
            </a:r>
            <a:endParaRPr lang="en-US" sz="1403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A259CAF-9957-0B10-B344-282C8654EB62}"/>
              </a:ext>
            </a:extLst>
          </p:cNvPr>
          <p:cNvCxnSpPr>
            <a:cxnSpLocks/>
          </p:cNvCxnSpPr>
          <p:nvPr/>
        </p:nvCxnSpPr>
        <p:spPr>
          <a:xfrm flipH="1">
            <a:off x="2844479" y="2616478"/>
            <a:ext cx="4173" cy="4313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549442A-1700-5E3B-99F5-4F2925107CEC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3970821" y="4721514"/>
            <a:ext cx="491070" cy="237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DF55D78-6F9F-629C-F513-8C2BFA95BE9C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6339370" y="4745262"/>
            <a:ext cx="65079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9CE9192-9ACA-EDCB-1D14-F8FA9324C8EB}"/>
              </a:ext>
            </a:extLst>
          </p:cNvPr>
          <p:cNvCxnSpPr>
            <a:cxnSpLocks/>
          </p:cNvCxnSpPr>
          <p:nvPr/>
        </p:nvCxnSpPr>
        <p:spPr>
          <a:xfrm>
            <a:off x="7849357" y="3078338"/>
            <a:ext cx="86389" cy="72400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4F8EFE7-AC82-DF54-0F7E-C642324D65A3}"/>
              </a:ext>
            </a:extLst>
          </p:cNvPr>
          <p:cNvCxnSpPr>
            <a:cxnSpLocks/>
          </p:cNvCxnSpPr>
          <p:nvPr/>
        </p:nvCxnSpPr>
        <p:spPr>
          <a:xfrm flipV="1">
            <a:off x="13997888" y="8428923"/>
            <a:ext cx="1258609" cy="167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C071B41E-0411-8CBA-D1D6-97C0756E41F0}"/>
              </a:ext>
            </a:extLst>
          </p:cNvPr>
          <p:cNvCxnSpPr>
            <a:cxnSpLocks/>
          </p:cNvCxnSpPr>
          <p:nvPr/>
        </p:nvCxnSpPr>
        <p:spPr>
          <a:xfrm flipH="1" flipV="1">
            <a:off x="13074001" y="7173710"/>
            <a:ext cx="1597" cy="95105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Isosceles Triangle 112">
            <a:extLst>
              <a:ext uri="{FF2B5EF4-FFF2-40B4-BE49-F238E27FC236}">
                <a16:creationId xmlns:a16="http://schemas.microsoft.com/office/drawing/2014/main" id="{D3E9ABC3-FF26-F8D8-F365-36962C5B2BCE}"/>
              </a:ext>
            </a:extLst>
          </p:cNvPr>
          <p:cNvSpPr/>
          <p:nvPr/>
        </p:nvSpPr>
        <p:spPr>
          <a:xfrm>
            <a:off x="15967534" y="1909180"/>
            <a:ext cx="153619" cy="122881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4" name="Isosceles Triangle 113">
            <a:extLst>
              <a:ext uri="{FF2B5EF4-FFF2-40B4-BE49-F238E27FC236}">
                <a16:creationId xmlns:a16="http://schemas.microsoft.com/office/drawing/2014/main" id="{3218F276-5A8C-63C1-1A0D-D1DE5AE11AC2}"/>
              </a:ext>
            </a:extLst>
          </p:cNvPr>
          <p:cNvSpPr/>
          <p:nvPr/>
        </p:nvSpPr>
        <p:spPr>
          <a:xfrm rot="5400000">
            <a:off x="15238334" y="8360325"/>
            <a:ext cx="156752" cy="120425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3B21D08-1554-A65D-93D0-F6D01BBF8C9E}"/>
              </a:ext>
            </a:extLst>
          </p:cNvPr>
          <p:cNvCxnSpPr>
            <a:cxnSpLocks/>
            <a:endCxn id="118" idx="1"/>
          </p:cNvCxnSpPr>
          <p:nvPr/>
        </p:nvCxnSpPr>
        <p:spPr>
          <a:xfrm>
            <a:off x="13202275" y="4179327"/>
            <a:ext cx="196671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Isosceles Triangle 131">
            <a:extLst>
              <a:ext uri="{FF2B5EF4-FFF2-40B4-BE49-F238E27FC236}">
                <a16:creationId xmlns:a16="http://schemas.microsoft.com/office/drawing/2014/main" id="{EECF58D3-CBDE-0D98-BEE9-AB81AFBBA348}"/>
              </a:ext>
            </a:extLst>
          </p:cNvPr>
          <p:cNvSpPr/>
          <p:nvPr/>
        </p:nvSpPr>
        <p:spPr>
          <a:xfrm rot="10800000">
            <a:off x="2767669" y="3054108"/>
            <a:ext cx="153619" cy="122881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B2606072-D4C8-FFA1-94D1-1D4C55822A56}"/>
              </a:ext>
            </a:extLst>
          </p:cNvPr>
          <p:cNvCxnSpPr>
            <a:cxnSpLocks/>
          </p:cNvCxnSpPr>
          <p:nvPr/>
        </p:nvCxnSpPr>
        <p:spPr>
          <a:xfrm>
            <a:off x="2858127" y="1404815"/>
            <a:ext cx="540" cy="57067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DE178B6-DB27-7B73-9C26-C26A73EADAD5}"/>
              </a:ext>
            </a:extLst>
          </p:cNvPr>
          <p:cNvGrpSpPr/>
          <p:nvPr/>
        </p:nvGrpSpPr>
        <p:grpSpPr>
          <a:xfrm>
            <a:off x="15376923" y="7429171"/>
            <a:ext cx="1734528" cy="1832558"/>
            <a:chOff x="4737100" y="5748020"/>
            <a:chExt cx="1094740" cy="1329055"/>
          </a:xfrm>
          <a:solidFill>
            <a:schemeClr val="bg1"/>
          </a:solidFill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6AECC26-6A13-976B-5AE6-43D7A2570670}"/>
                </a:ext>
              </a:extLst>
            </p:cNvPr>
            <p:cNvGrpSpPr/>
            <p:nvPr/>
          </p:nvGrpSpPr>
          <p:grpSpPr>
            <a:xfrm>
              <a:off x="4769485" y="5814123"/>
              <a:ext cx="1026160" cy="1198522"/>
              <a:chOff x="655320" y="3522411"/>
              <a:chExt cx="1559560" cy="2286781"/>
            </a:xfrm>
            <a:grpFill/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8ADD635-133C-5E98-4136-63EF2F777438}"/>
                  </a:ext>
                </a:extLst>
              </p:cNvPr>
              <p:cNvSpPr/>
              <p:nvPr/>
            </p:nvSpPr>
            <p:spPr>
              <a:xfrm>
                <a:off x="655320" y="3773442"/>
                <a:ext cx="1559560" cy="2035750"/>
              </a:xfrm>
              <a:prstGeom prst="rect">
                <a:avLst/>
              </a:prstGeom>
              <a:grpFill/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Result_ID</a:t>
                </a:r>
                <a:endParaRPr lang="en-US" sz="12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Subject_ID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Marks Obtained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Grade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CGPA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1D076F6-CCC3-159F-1408-BCD655EC29EC}"/>
                  </a:ext>
                </a:extLst>
              </p:cNvPr>
              <p:cNvSpPr/>
              <p:nvPr/>
            </p:nvSpPr>
            <p:spPr>
              <a:xfrm>
                <a:off x="655320" y="3522411"/>
                <a:ext cx="1559560" cy="465632"/>
              </a:xfrm>
              <a:prstGeom prst="rect">
                <a:avLst/>
              </a:prstGeom>
              <a:grpFill/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300000"/>
                  </a:lnSpc>
                </a:pPr>
                <a:r>
                  <a:rPr lang="en-US" sz="1403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</a:t>
                </a:r>
              </a:p>
              <a:p>
                <a:pPr algn="ctr"/>
                <a:endParaRPr lang="en-US" sz="1403" dirty="0">
                  <a:ln w="9525">
                    <a:solidFill>
                      <a:schemeClr val="tx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9" name="Frame 38">
              <a:extLst>
                <a:ext uri="{FF2B5EF4-FFF2-40B4-BE49-F238E27FC236}">
                  <a16:creationId xmlns:a16="http://schemas.microsoft.com/office/drawing/2014/main" id="{0D24B334-97BD-FEBE-A0D7-56ED1151E771}"/>
                </a:ext>
              </a:extLst>
            </p:cNvPr>
            <p:cNvSpPr/>
            <p:nvPr/>
          </p:nvSpPr>
          <p:spPr>
            <a:xfrm>
              <a:off x="4737100" y="5748020"/>
              <a:ext cx="1094740" cy="1329055"/>
            </a:xfrm>
            <a:prstGeom prst="frame">
              <a:avLst>
                <a:gd name="adj1" fmla="val 338"/>
              </a:avLst>
            </a:prstGeom>
            <a:grpFill/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97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D049FFF-2AEE-D045-8032-782A59B9DF65}"/>
              </a:ext>
            </a:extLst>
          </p:cNvPr>
          <p:cNvGrpSpPr/>
          <p:nvPr/>
        </p:nvGrpSpPr>
        <p:grpSpPr>
          <a:xfrm>
            <a:off x="6990169" y="3925221"/>
            <a:ext cx="1887814" cy="1357777"/>
            <a:chOff x="655320" y="2630915"/>
            <a:chExt cx="1548489" cy="2829816"/>
          </a:xfrm>
          <a:solidFill>
            <a:schemeClr val="bg1"/>
          </a:solidFill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9BE545B-787C-2FFF-D412-E5AD235971BB}"/>
                </a:ext>
              </a:extLst>
            </p:cNvPr>
            <p:cNvSpPr/>
            <p:nvPr/>
          </p:nvSpPr>
          <p:spPr>
            <a:xfrm>
              <a:off x="655320" y="3426132"/>
              <a:ext cx="1548489" cy="2034599"/>
            </a:xfrm>
            <a:prstGeom prst="rect">
              <a:avLst/>
            </a:pr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Subject_ID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Subject_Name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D5E4483-A434-6D32-5649-3EEF7716E7D5}"/>
                </a:ext>
              </a:extLst>
            </p:cNvPr>
            <p:cNvSpPr/>
            <p:nvPr/>
          </p:nvSpPr>
          <p:spPr>
            <a:xfrm>
              <a:off x="655320" y="2630915"/>
              <a:ext cx="1548489" cy="795216"/>
            </a:xfrm>
            <a:prstGeom prst="rect">
              <a:avLst/>
            </a:pr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Subject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F272215-53ED-DD36-A296-A1FC4C5CF889}"/>
              </a:ext>
            </a:extLst>
          </p:cNvPr>
          <p:cNvGrpSpPr/>
          <p:nvPr/>
        </p:nvGrpSpPr>
        <p:grpSpPr>
          <a:xfrm>
            <a:off x="6858000" y="280458"/>
            <a:ext cx="2015342" cy="1461768"/>
            <a:chOff x="4737100" y="5748020"/>
            <a:chExt cx="1094740" cy="1329055"/>
          </a:xfrm>
          <a:solidFill>
            <a:schemeClr val="bg1"/>
          </a:solidFill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8EADC7E-8B8E-82D5-8899-F17CC15A757E}"/>
                </a:ext>
              </a:extLst>
            </p:cNvPr>
            <p:cNvGrpSpPr/>
            <p:nvPr/>
          </p:nvGrpSpPr>
          <p:grpSpPr>
            <a:xfrm>
              <a:off x="4769485" y="5814121"/>
              <a:ext cx="1026160" cy="1198524"/>
              <a:chOff x="655320" y="3522407"/>
              <a:chExt cx="1559560" cy="2286785"/>
            </a:xfrm>
            <a:grpFill/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C9D64D0-DAC7-5D32-FB2F-10FA6E20B473}"/>
                  </a:ext>
                </a:extLst>
              </p:cNvPr>
              <p:cNvSpPr/>
              <p:nvPr/>
            </p:nvSpPr>
            <p:spPr>
              <a:xfrm>
                <a:off x="655320" y="3773442"/>
                <a:ext cx="1559560" cy="2035750"/>
              </a:xfrm>
              <a:prstGeom prst="rect">
                <a:avLst/>
              </a:prstGeom>
              <a:grpFill/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Class_time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Duration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Class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7EE9B58-8BFF-CC92-1595-CBBF57F7313C}"/>
                  </a:ext>
                </a:extLst>
              </p:cNvPr>
              <p:cNvSpPr/>
              <p:nvPr/>
            </p:nvSpPr>
            <p:spPr>
              <a:xfrm>
                <a:off x="655320" y="3522407"/>
                <a:ext cx="1559560" cy="590529"/>
              </a:xfrm>
              <a:prstGeom prst="rect">
                <a:avLst/>
              </a:prstGeom>
              <a:grpFill/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>
                  <a:lnSpc>
                    <a:spcPct val="300000"/>
                  </a:lnSpc>
                </a:pPr>
                <a:r>
                  <a:rPr lang="en-US" sz="1403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Schedule</a:t>
                </a:r>
              </a:p>
              <a:p>
                <a:pPr algn="ctr"/>
                <a:endParaRPr lang="en-US" sz="1403" dirty="0">
                  <a:ln w="9525">
                    <a:solidFill>
                      <a:schemeClr val="tx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3" name="Frame 32">
              <a:extLst>
                <a:ext uri="{FF2B5EF4-FFF2-40B4-BE49-F238E27FC236}">
                  <a16:creationId xmlns:a16="http://schemas.microsoft.com/office/drawing/2014/main" id="{52444191-4AC2-AA0F-F944-D5100FFE808B}"/>
                </a:ext>
              </a:extLst>
            </p:cNvPr>
            <p:cNvSpPr/>
            <p:nvPr/>
          </p:nvSpPr>
          <p:spPr>
            <a:xfrm>
              <a:off x="4737100" y="5748020"/>
              <a:ext cx="1094740" cy="1329055"/>
            </a:xfrm>
            <a:prstGeom prst="frame">
              <a:avLst>
                <a:gd name="adj1" fmla="val 338"/>
              </a:avLst>
            </a:prstGeom>
            <a:grpFill/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97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42C77B5-1B45-EAB4-F6B6-06FEC920A4C3}"/>
              </a:ext>
            </a:extLst>
          </p:cNvPr>
          <p:cNvGrpSpPr/>
          <p:nvPr/>
        </p:nvGrpSpPr>
        <p:grpSpPr>
          <a:xfrm>
            <a:off x="1996440" y="3172557"/>
            <a:ext cx="1877548" cy="3541104"/>
            <a:chOff x="655319" y="3285422"/>
            <a:chExt cx="1292377" cy="1720951"/>
          </a:xfrm>
          <a:solidFill>
            <a:schemeClr val="bg1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E993DBD-C04A-FD88-19E1-CFF89AB5AC09}"/>
                </a:ext>
              </a:extLst>
            </p:cNvPr>
            <p:cNvSpPr/>
            <p:nvPr/>
          </p:nvSpPr>
          <p:spPr>
            <a:xfrm>
              <a:off x="655320" y="3461334"/>
              <a:ext cx="1292376" cy="1545039"/>
            </a:xfrm>
            <a:prstGeom prst="rect">
              <a:avLst/>
            </a:pr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Teachers_ID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Teachers_Name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{Course}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Educational_Qualification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Degree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Department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Result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Employment_Details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Joining Date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Position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Salary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Contact_Details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{Phone Number}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Teacher_Picture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806992C-F6F9-D189-4215-7C595D8FE8DC}"/>
                </a:ext>
              </a:extLst>
            </p:cNvPr>
            <p:cNvSpPr/>
            <p:nvPr/>
          </p:nvSpPr>
          <p:spPr>
            <a:xfrm>
              <a:off x="655319" y="3285422"/>
              <a:ext cx="1292374" cy="175912"/>
            </a:xfrm>
            <a:prstGeom prst="rect">
              <a:avLst/>
            </a:pr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FC5A1AB-9C5B-0E81-8760-ACCD5A9E23F6}"/>
              </a:ext>
            </a:extLst>
          </p:cNvPr>
          <p:cNvGrpSpPr/>
          <p:nvPr/>
        </p:nvGrpSpPr>
        <p:grpSpPr>
          <a:xfrm>
            <a:off x="2198493" y="338019"/>
            <a:ext cx="1419928" cy="1018491"/>
            <a:chOff x="655320" y="3252053"/>
            <a:chExt cx="1559560" cy="2558131"/>
          </a:xfrm>
          <a:solidFill>
            <a:schemeClr val="bg1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6F92C9E-442B-8328-9695-A4CB3B85E0F3}"/>
                </a:ext>
              </a:extLst>
            </p:cNvPr>
            <p:cNvSpPr/>
            <p:nvPr/>
          </p:nvSpPr>
          <p:spPr>
            <a:xfrm>
              <a:off x="655320" y="3774433"/>
              <a:ext cx="1559560" cy="203575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/>
                <a:t>Attendence_ID</a:t>
              </a:r>
              <a:endParaRPr lang="en-US" sz="1200" u="sng" dirty="0"/>
            </a:p>
            <a:p>
              <a:r>
                <a:rPr lang="en-US" sz="1200" dirty="0"/>
                <a:t>Date</a:t>
              </a:r>
            </a:p>
            <a:p>
              <a:r>
                <a:rPr lang="en-US" sz="1200" dirty="0"/>
                <a:t>Status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EF001A7-F49E-00F2-7684-CF6CFF591C99}"/>
                </a:ext>
              </a:extLst>
            </p:cNvPr>
            <p:cNvSpPr/>
            <p:nvPr/>
          </p:nvSpPr>
          <p:spPr>
            <a:xfrm>
              <a:off x="655320" y="3252053"/>
              <a:ext cx="1559560" cy="666582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300000"/>
                </a:lnSpc>
              </a:pPr>
              <a:r>
                <a:rPr lang="en-US" sz="1403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Attendence</a:t>
              </a:r>
              <a:endParaRPr lang="en-US" sz="1403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403" dirty="0">
                <a:ln w="9525">
                  <a:solidFill>
                    <a:schemeClr val="tx1"/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Diamond 13">
            <a:extLst>
              <a:ext uri="{FF2B5EF4-FFF2-40B4-BE49-F238E27FC236}">
                <a16:creationId xmlns:a16="http://schemas.microsoft.com/office/drawing/2014/main" id="{41CCDB0E-D096-CEAD-1705-03DEFE040BEB}"/>
              </a:ext>
            </a:extLst>
          </p:cNvPr>
          <p:cNvSpPr/>
          <p:nvPr/>
        </p:nvSpPr>
        <p:spPr>
          <a:xfrm>
            <a:off x="4461891" y="4347101"/>
            <a:ext cx="1877479" cy="796322"/>
          </a:xfrm>
          <a:prstGeom prst="diamond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Teaching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DC01FAA-D4EF-5473-2E1C-E153FB105095}"/>
              </a:ext>
            </a:extLst>
          </p:cNvPr>
          <p:cNvGrpSpPr/>
          <p:nvPr/>
        </p:nvGrpSpPr>
        <p:grpSpPr>
          <a:xfrm>
            <a:off x="12135288" y="2864991"/>
            <a:ext cx="2076699" cy="4518200"/>
            <a:chOff x="655320" y="3197262"/>
            <a:chExt cx="1548489" cy="2263470"/>
          </a:xfrm>
          <a:solidFill>
            <a:schemeClr val="bg1"/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A0AA890-C5A3-7CCF-3FFE-5C1BECE0431A}"/>
                </a:ext>
              </a:extLst>
            </p:cNvPr>
            <p:cNvSpPr/>
            <p:nvPr/>
          </p:nvSpPr>
          <p:spPr>
            <a:xfrm>
              <a:off x="655320" y="3426132"/>
              <a:ext cx="1548489" cy="2034600"/>
            </a:xfrm>
            <a:prstGeom prst="rect">
              <a:avLst/>
            </a:pr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Std_ID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Std_Name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Contact_Details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{Phone Number}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Blood Group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Address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District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Thana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Road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House No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Date Of Birth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 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Gender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Guardian Details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Guardian_Name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{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Guardian_Phn_Num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NID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Relation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Tution_Fee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Payment_Status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818E3DC-0F89-8BAD-5B11-6A7296C193DB}"/>
                </a:ext>
              </a:extLst>
            </p:cNvPr>
            <p:cNvSpPr/>
            <p:nvPr/>
          </p:nvSpPr>
          <p:spPr>
            <a:xfrm>
              <a:off x="655320" y="3197262"/>
              <a:ext cx="1548489" cy="228231"/>
            </a:xfrm>
            <a:prstGeom prst="rect">
              <a:avLst/>
            </a:pr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Student</a:t>
              </a:r>
            </a:p>
          </p:txBody>
        </p:sp>
      </p:grpSp>
      <p:sp>
        <p:nvSpPr>
          <p:cNvPr id="16" name="Diamond 15">
            <a:extLst>
              <a:ext uri="{FF2B5EF4-FFF2-40B4-BE49-F238E27FC236}">
                <a16:creationId xmlns:a16="http://schemas.microsoft.com/office/drawing/2014/main" id="{0DDC8846-4CC1-C077-1D9C-86E64727C5C9}"/>
              </a:ext>
            </a:extLst>
          </p:cNvPr>
          <p:cNvSpPr/>
          <p:nvPr/>
        </p:nvSpPr>
        <p:spPr>
          <a:xfrm>
            <a:off x="12221801" y="8061192"/>
            <a:ext cx="1750700" cy="752234"/>
          </a:xfrm>
          <a:prstGeom prst="diamond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Grade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F3B1276-24F9-E53E-7219-C95F457F443F}"/>
              </a:ext>
            </a:extLst>
          </p:cNvPr>
          <p:cNvGrpSpPr/>
          <p:nvPr/>
        </p:nvGrpSpPr>
        <p:grpSpPr>
          <a:xfrm>
            <a:off x="15231410" y="396012"/>
            <a:ext cx="1741282" cy="1507517"/>
            <a:chOff x="655320" y="2119641"/>
            <a:chExt cx="1934163" cy="3367658"/>
          </a:xfrm>
          <a:solidFill>
            <a:schemeClr val="bg1"/>
          </a:solidFill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32EBD6FB-EA2A-34AA-DF76-911738B7189C}"/>
                </a:ext>
              </a:extLst>
            </p:cNvPr>
            <p:cNvSpPr/>
            <p:nvPr/>
          </p:nvSpPr>
          <p:spPr>
            <a:xfrm>
              <a:off x="655320" y="2726683"/>
              <a:ext cx="1934163" cy="2760616"/>
            </a:xfrm>
            <a:prstGeom prst="rect">
              <a:avLst/>
            </a:pr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Accounting_ID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Tution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Fee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Date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Amount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Paymnet_Status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0D3D7002-F2DD-366A-4F77-417F1D0A26B0}"/>
                </a:ext>
              </a:extLst>
            </p:cNvPr>
            <p:cNvSpPr/>
            <p:nvPr/>
          </p:nvSpPr>
          <p:spPr>
            <a:xfrm>
              <a:off x="655320" y="2119641"/>
              <a:ext cx="1934163" cy="607043"/>
            </a:xfrm>
            <a:prstGeom prst="rect">
              <a:avLst/>
            </a:pr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Accounting</a:t>
              </a:r>
            </a:p>
          </p:txBody>
        </p:sp>
      </p:grpSp>
      <p:sp>
        <p:nvSpPr>
          <p:cNvPr id="118" name="Diamond 117">
            <a:extLst>
              <a:ext uri="{FF2B5EF4-FFF2-40B4-BE49-F238E27FC236}">
                <a16:creationId xmlns:a16="http://schemas.microsoft.com/office/drawing/2014/main" id="{52EBDC30-8E08-3F4A-EBF3-5C3E9FA61811}"/>
              </a:ext>
            </a:extLst>
          </p:cNvPr>
          <p:cNvSpPr/>
          <p:nvPr/>
        </p:nvSpPr>
        <p:spPr>
          <a:xfrm>
            <a:off x="15168994" y="3803210"/>
            <a:ext cx="1750700" cy="752234"/>
          </a:xfrm>
          <a:prstGeom prst="diamond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Payment</a:t>
            </a: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D961A955-6996-2B31-A1A3-E408084AD35D}"/>
              </a:ext>
            </a:extLst>
          </p:cNvPr>
          <p:cNvGrpSpPr/>
          <p:nvPr/>
        </p:nvGrpSpPr>
        <p:grpSpPr>
          <a:xfrm>
            <a:off x="6940573" y="7165622"/>
            <a:ext cx="1877547" cy="1832558"/>
            <a:chOff x="655320" y="2630915"/>
            <a:chExt cx="1548489" cy="2829816"/>
          </a:xfrm>
          <a:solidFill>
            <a:schemeClr val="bg1"/>
          </a:solidFill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6CF17569-DED4-4698-9B43-735496E36368}"/>
                </a:ext>
              </a:extLst>
            </p:cNvPr>
            <p:cNvSpPr/>
            <p:nvPr/>
          </p:nvSpPr>
          <p:spPr>
            <a:xfrm>
              <a:off x="655320" y="3426132"/>
              <a:ext cx="1548489" cy="2034599"/>
            </a:xfrm>
            <a:prstGeom prst="rect">
              <a:avLst/>
            </a:pr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Exam_ID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Date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Time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Duration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Maximum Mark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B6142FC2-DCBD-5C47-605F-B18A102A602E}"/>
                </a:ext>
              </a:extLst>
            </p:cNvPr>
            <p:cNvSpPr/>
            <p:nvPr/>
          </p:nvSpPr>
          <p:spPr>
            <a:xfrm>
              <a:off x="655320" y="2630915"/>
              <a:ext cx="1548489" cy="795216"/>
            </a:xfrm>
            <a:prstGeom prst="rect">
              <a:avLst/>
            </a:pr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Exam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EDFF84C6-F69F-7AB1-2EE9-EC0D6F065717}"/>
              </a:ext>
            </a:extLst>
          </p:cNvPr>
          <p:cNvGrpSpPr/>
          <p:nvPr/>
        </p:nvGrpSpPr>
        <p:grpSpPr>
          <a:xfrm>
            <a:off x="1982516" y="8507081"/>
            <a:ext cx="1877543" cy="1096285"/>
            <a:chOff x="655320" y="2119641"/>
            <a:chExt cx="1934163" cy="2541897"/>
          </a:xfrm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D42C069B-6033-CBD3-C113-DE3C38D9097A}"/>
                </a:ext>
              </a:extLst>
            </p:cNvPr>
            <p:cNvSpPr/>
            <p:nvPr/>
          </p:nvSpPr>
          <p:spPr>
            <a:xfrm>
              <a:off x="655320" y="2726686"/>
              <a:ext cx="1934163" cy="1934852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UserReg_ID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UserReg_name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Password</a:t>
              </a:r>
            </a:p>
            <a:p>
              <a:pPr algn="l"/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UserType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976747E8-4521-D379-C31D-D91C3ABC05ED}"/>
                </a:ext>
              </a:extLst>
            </p:cNvPr>
            <p:cNvSpPr/>
            <p:nvPr/>
          </p:nvSpPr>
          <p:spPr>
            <a:xfrm>
              <a:off x="655320" y="2119641"/>
              <a:ext cx="1934163" cy="607043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User_Registration</a:t>
              </a:r>
              <a:endParaRPr lang="en-US" sz="1403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9" name="Diamond 168">
            <a:extLst>
              <a:ext uri="{FF2B5EF4-FFF2-40B4-BE49-F238E27FC236}">
                <a16:creationId xmlns:a16="http://schemas.microsoft.com/office/drawing/2014/main" id="{A52F5C87-CCF8-C6EB-D14F-3C6FB38763DE}"/>
              </a:ext>
            </a:extLst>
          </p:cNvPr>
          <p:cNvSpPr/>
          <p:nvPr/>
        </p:nvSpPr>
        <p:spPr>
          <a:xfrm>
            <a:off x="1955775" y="7215611"/>
            <a:ext cx="1929307" cy="678517"/>
          </a:xfrm>
          <a:prstGeom prst="diamond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Teach_</a:t>
            </a:r>
          </a:p>
          <a:p>
            <a:pPr algn="ctr"/>
            <a:r>
              <a:rPr lang="en-US" sz="1400" dirty="0"/>
              <a:t>Login</a:t>
            </a:r>
          </a:p>
        </p:txBody>
      </p: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1DBD047A-2626-4E5C-5152-68355F3977B3}"/>
              </a:ext>
            </a:extLst>
          </p:cNvPr>
          <p:cNvCxnSpPr>
            <a:cxnSpLocks/>
            <a:stCxn id="169" idx="0"/>
            <a:endCxn id="180" idx="3"/>
          </p:cNvCxnSpPr>
          <p:nvPr/>
        </p:nvCxnSpPr>
        <p:spPr>
          <a:xfrm flipV="1">
            <a:off x="2920429" y="6824317"/>
            <a:ext cx="9114" cy="3912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87B13615-6EAB-BB90-49CD-6834CE54F27D}"/>
              </a:ext>
            </a:extLst>
          </p:cNvPr>
          <p:cNvCxnSpPr>
            <a:cxnSpLocks/>
            <a:endCxn id="166" idx="0"/>
          </p:cNvCxnSpPr>
          <p:nvPr/>
        </p:nvCxnSpPr>
        <p:spPr>
          <a:xfrm>
            <a:off x="2920429" y="7908129"/>
            <a:ext cx="859" cy="59895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41A136A7-1F0A-03BF-2AEB-418048A2F611}"/>
              </a:ext>
            </a:extLst>
          </p:cNvPr>
          <p:cNvCxnSpPr>
            <a:cxnSpLocks/>
            <a:endCxn id="156" idx="1"/>
          </p:cNvCxnSpPr>
          <p:nvPr/>
        </p:nvCxnSpPr>
        <p:spPr>
          <a:xfrm>
            <a:off x="3860059" y="9306912"/>
            <a:ext cx="5900995" cy="3052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Isosceles Triangle 177">
            <a:extLst>
              <a:ext uri="{FF2B5EF4-FFF2-40B4-BE49-F238E27FC236}">
                <a16:creationId xmlns:a16="http://schemas.microsoft.com/office/drawing/2014/main" id="{F6488478-C63E-B158-BD53-6D74AA6221E2}"/>
              </a:ext>
            </a:extLst>
          </p:cNvPr>
          <p:cNvSpPr/>
          <p:nvPr/>
        </p:nvSpPr>
        <p:spPr>
          <a:xfrm rot="5400000">
            <a:off x="11997048" y="6131616"/>
            <a:ext cx="156752" cy="120425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9" name="Isosceles Triangle 178">
            <a:extLst>
              <a:ext uri="{FF2B5EF4-FFF2-40B4-BE49-F238E27FC236}">
                <a16:creationId xmlns:a16="http://schemas.microsoft.com/office/drawing/2014/main" id="{D6E24608-4FD1-7F84-3B84-44EB817731D1}"/>
              </a:ext>
            </a:extLst>
          </p:cNvPr>
          <p:cNvSpPr/>
          <p:nvPr/>
        </p:nvSpPr>
        <p:spPr>
          <a:xfrm rot="16200000">
            <a:off x="3832232" y="4661301"/>
            <a:ext cx="156752" cy="120425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0" name="Isosceles Triangle 179">
            <a:extLst>
              <a:ext uri="{FF2B5EF4-FFF2-40B4-BE49-F238E27FC236}">
                <a16:creationId xmlns:a16="http://schemas.microsoft.com/office/drawing/2014/main" id="{A9064F7B-3315-FA5D-4755-05000AD077BD}"/>
              </a:ext>
            </a:extLst>
          </p:cNvPr>
          <p:cNvSpPr/>
          <p:nvPr/>
        </p:nvSpPr>
        <p:spPr>
          <a:xfrm rot="532480">
            <a:off x="2862212" y="6702171"/>
            <a:ext cx="153619" cy="122881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CAA5776D-EA28-A3A7-812B-4399F6B31068}"/>
              </a:ext>
            </a:extLst>
          </p:cNvPr>
          <p:cNvSpPr txBox="1"/>
          <p:nvPr/>
        </p:nvSpPr>
        <p:spPr>
          <a:xfrm rot="16200000">
            <a:off x="-3799762" y="4159709"/>
            <a:ext cx="91217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u="sng" dirty="0">
                <a:solidFill>
                  <a:srgbClr val="0070C0"/>
                </a:solidFill>
              </a:rPr>
              <a:t>ER DIAGERAM FOR HSMS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95108D0-1642-5C10-20D7-5DBBD1C4C0A2}"/>
              </a:ext>
            </a:extLst>
          </p:cNvPr>
          <p:cNvCxnSpPr>
            <a:cxnSpLocks/>
            <a:stCxn id="118" idx="0"/>
          </p:cNvCxnSpPr>
          <p:nvPr/>
        </p:nvCxnSpPr>
        <p:spPr>
          <a:xfrm flipV="1">
            <a:off x="16044344" y="2031058"/>
            <a:ext cx="0" cy="177215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Diamond 67">
            <a:extLst>
              <a:ext uri="{FF2B5EF4-FFF2-40B4-BE49-F238E27FC236}">
                <a16:creationId xmlns:a16="http://schemas.microsoft.com/office/drawing/2014/main" id="{C3CE66E4-D2B2-C210-E543-C382946C99F7}"/>
              </a:ext>
            </a:extLst>
          </p:cNvPr>
          <p:cNvSpPr/>
          <p:nvPr/>
        </p:nvSpPr>
        <p:spPr>
          <a:xfrm>
            <a:off x="6990169" y="2444952"/>
            <a:ext cx="1750700" cy="752234"/>
          </a:xfrm>
          <a:prstGeom prst="diamond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Routine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1B754B7-2779-E62F-E871-EC3A10F2413A}"/>
              </a:ext>
            </a:extLst>
          </p:cNvPr>
          <p:cNvCxnSpPr>
            <a:cxnSpLocks/>
            <a:endCxn id="68" idx="0"/>
          </p:cNvCxnSpPr>
          <p:nvPr/>
        </p:nvCxnSpPr>
        <p:spPr>
          <a:xfrm flipH="1">
            <a:off x="7865519" y="1721361"/>
            <a:ext cx="6437" cy="72359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Diamond 77">
            <a:extLst>
              <a:ext uri="{FF2B5EF4-FFF2-40B4-BE49-F238E27FC236}">
                <a16:creationId xmlns:a16="http://schemas.microsoft.com/office/drawing/2014/main" id="{76965417-2D2D-8C18-90C3-5ED9C787E4DB}"/>
              </a:ext>
            </a:extLst>
          </p:cNvPr>
          <p:cNvSpPr/>
          <p:nvPr/>
        </p:nvSpPr>
        <p:spPr>
          <a:xfrm>
            <a:off x="9656538" y="4418534"/>
            <a:ext cx="1877479" cy="796322"/>
          </a:xfrm>
          <a:prstGeom prst="diamond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Persuing</a:t>
            </a:r>
            <a:endParaRPr lang="en-US" sz="1403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0" name="Diamond 79">
            <a:extLst>
              <a:ext uri="{FF2B5EF4-FFF2-40B4-BE49-F238E27FC236}">
                <a16:creationId xmlns:a16="http://schemas.microsoft.com/office/drawing/2014/main" id="{AE99C9BB-8C9A-528C-37CB-4A9093479336}"/>
              </a:ext>
            </a:extLst>
          </p:cNvPr>
          <p:cNvSpPr/>
          <p:nvPr/>
        </p:nvSpPr>
        <p:spPr>
          <a:xfrm>
            <a:off x="6940641" y="5764529"/>
            <a:ext cx="1877479" cy="796322"/>
          </a:xfrm>
          <a:prstGeom prst="diamond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Held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3143A6D-E336-6C10-1EB0-AAB30B465DBB}"/>
              </a:ext>
            </a:extLst>
          </p:cNvPr>
          <p:cNvCxnSpPr>
            <a:cxnSpLocks/>
          </p:cNvCxnSpPr>
          <p:nvPr/>
        </p:nvCxnSpPr>
        <p:spPr>
          <a:xfrm>
            <a:off x="10725708" y="6201627"/>
            <a:ext cx="0" cy="279655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8C8D2DFB-8A2E-A9AB-6001-2EC0A4BC2949}"/>
              </a:ext>
            </a:extLst>
          </p:cNvPr>
          <p:cNvCxnSpPr>
            <a:cxnSpLocks/>
            <a:endCxn id="178" idx="3"/>
          </p:cNvCxnSpPr>
          <p:nvPr/>
        </p:nvCxnSpPr>
        <p:spPr>
          <a:xfrm flipV="1">
            <a:off x="10693400" y="6191829"/>
            <a:ext cx="1321812" cy="438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Isosceles Triangle 122">
            <a:extLst>
              <a:ext uri="{FF2B5EF4-FFF2-40B4-BE49-F238E27FC236}">
                <a16:creationId xmlns:a16="http://schemas.microsoft.com/office/drawing/2014/main" id="{041D3222-B54E-C570-CF2C-F40922A0B006}"/>
              </a:ext>
            </a:extLst>
          </p:cNvPr>
          <p:cNvSpPr/>
          <p:nvPr/>
        </p:nvSpPr>
        <p:spPr>
          <a:xfrm rot="10800000">
            <a:off x="7858937" y="3802339"/>
            <a:ext cx="153619" cy="122881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27016D62-73A1-9DE4-1A25-1667A659F64A}"/>
              </a:ext>
            </a:extLst>
          </p:cNvPr>
          <p:cNvCxnSpPr>
            <a:cxnSpLocks/>
            <a:endCxn id="135" idx="0"/>
          </p:cNvCxnSpPr>
          <p:nvPr/>
        </p:nvCxnSpPr>
        <p:spPr>
          <a:xfrm>
            <a:off x="7868737" y="6548400"/>
            <a:ext cx="10610" cy="61722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FE25FC35-A594-0891-D8A5-BA35877F6482}"/>
              </a:ext>
            </a:extLst>
          </p:cNvPr>
          <p:cNvCxnSpPr>
            <a:cxnSpLocks/>
          </p:cNvCxnSpPr>
          <p:nvPr/>
        </p:nvCxnSpPr>
        <p:spPr>
          <a:xfrm flipH="1">
            <a:off x="7879346" y="5319290"/>
            <a:ext cx="29202" cy="4406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Isosceles Triangle 137">
            <a:extLst>
              <a:ext uri="{FF2B5EF4-FFF2-40B4-BE49-F238E27FC236}">
                <a16:creationId xmlns:a16="http://schemas.microsoft.com/office/drawing/2014/main" id="{B929B5ED-E6CE-DB1C-821C-B8504B8E7614}"/>
              </a:ext>
            </a:extLst>
          </p:cNvPr>
          <p:cNvSpPr/>
          <p:nvPr/>
        </p:nvSpPr>
        <p:spPr>
          <a:xfrm rot="410838">
            <a:off x="7831739" y="5291078"/>
            <a:ext cx="153619" cy="122881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B57DCB6B-2F95-CFA9-6E36-2B22A93B26FE}"/>
              </a:ext>
            </a:extLst>
          </p:cNvPr>
          <p:cNvCxnSpPr>
            <a:cxnSpLocks/>
            <a:stCxn id="49" idx="3"/>
            <a:endCxn id="78" idx="1"/>
          </p:cNvCxnSpPr>
          <p:nvPr/>
        </p:nvCxnSpPr>
        <p:spPr>
          <a:xfrm>
            <a:off x="8877983" y="4794887"/>
            <a:ext cx="778555" cy="218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ED986303-B68F-AD3C-AEAA-CB01CF1C4AE9}"/>
              </a:ext>
            </a:extLst>
          </p:cNvPr>
          <p:cNvCxnSpPr>
            <a:cxnSpLocks/>
          </p:cNvCxnSpPr>
          <p:nvPr/>
        </p:nvCxnSpPr>
        <p:spPr>
          <a:xfrm>
            <a:off x="11544326" y="4816695"/>
            <a:ext cx="59096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Diamond 155">
            <a:extLst>
              <a:ext uri="{FF2B5EF4-FFF2-40B4-BE49-F238E27FC236}">
                <a16:creationId xmlns:a16="http://schemas.microsoft.com/office/drawing/2014/main" id="{60B6C903-ABF8-5728-FCDB-2EF824F8D28D}"/>
              </a:ext>
            </a:extLst>
          </p:cNvPr>
          <p:cNvSpPr/>
          <p:nvPr/>
        </p:nvSpPr>
        <p:spPr>
          <a:xfrm>
            <a:off x="9761054" y="8998180"/>
            <a:ext cx="1929307" cy="678517"/>
          </a:xfrm>
          <a:prstGeom prst="diamond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Stu_</a:t>
            </a:r>
          </a:p>
          <a:p>
            <a:pPr algn="ctr"/>
            <a:r>
              <a:rPr lang="en-US" sz="1400" dirty="0"/>
              <a:t>Login</a:t>
            </a:r>
          </a:p>
        </p:txBody>
      </p:sp>
    </p:spTree>
    <p:extLst>
      <p:ext uri="{BB962C8B-B14F-4D97-AF65-F5344CB8AC3E}">
        <p14:creationId xmlns:p14="http://schemas.microsoft.com/office/powerpoint/2010/main" val="3195353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956</TotalTime>
  <Words>184</Words>
  <Application>Microsoft Office PowerPoint</Application>
  <PresentationFormat>Custom</PresentationFormat>
  <Paragraphs>83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Tahoma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ifti haque</dc:creator>
  <cp:lastModifiedBy>ifti haque</cp:lastModifiedBy>
  <cp:revision>16</cp:revision>
  <dcterms:created xsi:type="dcterms:W3CDTF">2023-08-20T11:02:43Z</dcterms:created>
  <dcterms:modified xsi:type="dcterms:W3CDTF">2023-08-28T02:18:10Z</dcterms:modified>
</cp:coreProperties>
</file>