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17610138" cy="9906000"/>
  <p:notesSz cx="6858000" cy="9144000"/>
  <p:defaultTextStyle>
    <a:defPPr>
      <a:defRPr lang="en-US"/>
    </a:defPPr>
    <a:lvl1pPr marL="0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89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36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725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70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14" autoAdjust="0"/>
    <p:restoredTop sz="94660"/>
  </p:normalViewPr>
  <p:slideViewPr>
    <p:cSldViewPr snapToGrid="0">
      <p:cViewPr>
        <p:scale>
          <a:sx n="66" d="100"/>
          <a:sy n="66" d="100"/>
        </p:scale>
        <p:origin x="-211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1267" y="1621191"/>
            <a:ext cx="13207604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1267" y="5202944"/>
            <a:ext cx="13207604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52" indent="0" algn="ctr">
              <a:buNone/>
              <a:defRPr sz="2889"/>
            </a:lvl2pPr>
            <a:lvl3pPr marL="1320701" indent="0" algn="ctr">
              <a:buNone/>
              <a:defRPr sz="2601"/>
            </a:lvl3pPr>
            <a:lvl4pPr marL="1981053" indent="0" algn="ctr">
              <a:buNone/>
              <a:defRPr sz="2311"/>
            </a:lvl4pPr>
            <a:lvl5pPr marL="2641403" indent="0" algn="ctr">
              <a:buNone/>
              <a:defRPr sz="2311"/>
            </a:lvl5pPr>
            <a:lvl6pPr marL="3301754" indent="0" algn="ctr">
              <a:buNone/>
              <a:defRPr sz="2311"/>
            </a:lvl6pPr>
            <a:lvl7pPr marL="3962104" indent="0" algn="ctr">
              <a:buNone/>
              <a:defRPr sz="2311"/>
            </a:lvl7pPr>
            <a:lvl8pPr marL="4622456" indent="0" algn="ctr">
              <a:buNone/>
              <a:defRPr sz="2311"/>
            </a:lvl8pPr>
            <a:lvl9pPr marL="5282805" indent="0" algn="ctr">
              <a:buNone/>
              <a:defRPr sz="23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6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0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526" y="2469622"/>
            <a:ext cx="15188744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1526" y="6629226"/>
            <a:ext cx="15188744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1pPr>
            <a:lvl2pPr marL="660352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01" indent="0">
              <a:buNone/>
              <a:defRPr sz="2601">
                <a:solidFill>
                  <a:schemeClr val="tx1">
                    <a:tint val="75000"/>
                  </a:schemeClr>
                </a:solidFill>
              </a:defRPr>
            </a:lvl3pPr>
            <a:lvl4pPr marL="1981053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403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754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104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456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2805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8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0698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133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4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527405"/>
            <a:ext cx="15188744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2991" y="2428348"/>
            <a:ext cx="744991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52" indent="0">
              <a:buNone/>
              <a:defRPr sz="2889" b="1"/>
            </a:lvl2pPr>
            <a:lvl3pPr marL="1320701" indent="0">
              <a:buNone/>
              <a:defRPr sz="2601" b="1"/>
            </a:lvl3pPr>
            <a:lvl4pPr marL="1981053" indent="0">
              <a:buNone/>
              <a:defRPr sz="2311" b="1"/>
            </a:lvl4pPr>
            <a:lvl5pPr marL="2641403" indent="0">
              <a:buNone/>
              <a:defRPr sz="2311" b="1"/>
            </a:lvl5pPr>
            <a:lvl6pPr marL="3301754" indent="0">
              <a:buNone/>
              <a:defRPr sz="2311" b="1"/>
            </a:lvl6pPr>
            <a:lvl7pPr marL="3962104" indent="0">
              <a:buNone/>
              <a:defRPr sz="2311" b="1"/>
            </a:lvl7pPr>
            <a:lvl8pPr marL="4622456" indent="0">
              <a:buNone/>
              <a:defRPr sz="2311" b="1"/>
            </a:lvl8pPr>
            <a:lvl9pPr marL="5282805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2991" y="3618443"/>
            <a:ext cx="744991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15133" y="2428348"/>
            <a:ext cx="7486602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52" indent="0">
              <a:buNone/>
              <a:defRPr sz="2889" b="1"/>
            </a:lvl2pPr>
            <a:lvl3pPr marL="1320701" indent="0">
              <a:buNone/>
              <a:defRPr sz="2601" b="1"/>
            </a:lvl3pPr>
            <a:lvl4pPr marL="1981053" indent="0">
              <a:buNone/>
              <a:defRPr sz="2311" b="1"/>
            </a:lvl4pPr>
            <a:lvl5pPr marL="2641403" indent="0">
              <a:buNone/>
              <a:defRPr sz="2311" b="1"/>
            </a:lvl5pPr>
            <a:lvl6pPr marL="3301754" indent="0">
              <a:buNone/>
              <a:defRPr sz="2311" b="1"/>
            </a:lvl6pPr>
            <a:lvl7pPr marL="3962104" indent="0">
              <a:buNone/>
              <a:defRPr sz="2311" b="1"/>
            </a:lvl7pPr>
            <a:lvl8pPr marL="4622456" indent="0">
              <a:buNone/>
              <a:defRPr sz="2311" b="1"/>
            </a:lvl8pPr>
            <a:lvl9pPr marL="5282805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15133" y="3618443"/>
            <a:ext cx="7486602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1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52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3" y="660400"/>
            <a:ext cx="5679726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6604" y="1426283"/>
            <a:ext cx="8915131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3" y="2971800"/>
            <a:ext cx="5679726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52" indent="0">
              <a:buNone/>
              <a:defRPr sz="2021"/>
            </a:lvl2pPr>
            <a:lvl3pPr marL="1320701" indent="0">
              <a:buNone/>
              <a:defRPr sz="1733"/>
            </a:lvl3pPr>
            <a:lvl4pPr marL="1981053" indent="0">
              <a:buNone/>
              <a:defRPr sz="1443"/>
            </a:lvl4pPr>
            <a:lvl5pPr marL="2641403" indent="0">
              <a:buNone/>
              <a:defRPr sz="1443"/>
            </a:lvl5pPr>
            <a:lvl6pPr marL="3301754" indent="0">
              <a:buNone/>
              <a:defRPr sz="1443"/>
            </a:lvl6pPr>
            <a:lvl7pPr marL="3962104" indent="0">
              <a:buNone/>
              <a:defRPr sz="1443"/>
            </a:lvl7pPr>
            <a:lvl8pPr marL="4622456" indent="0">
              <a:buNone/>
              <a:defRPr sz="1443"/>
            </a:lvl8pPr>
            <a:lvl9pPr marL="5282805" indent="0">
              <a:buNone/>
              <a:defRPr sz="14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3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3" y="660400"/>
            <a:ext cx="5679726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6604" y="1426283"/>
            <a:ext cx="8915131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52" indent="0">
              <a:buNone/>
              <a:defRPr sz="4044"/>
            </a:lvl2pPr>
            <a:lvl3pPr marL="1320701" indent="0">
              <a:buNone/>
              <a:defRPr sz="3467"/>
            </a:lvl3pPr>
            <a:lvl4pPr marL="1981053" indent="0">
              <a:buNone/>
              <a:defRPr sz="2889"/>
            </a:lvl4pPr>
            <a:lvl5pPr marL="2641403" indent="0">
              <a:buNone/>
              <a:defRPr sz="2889"/>
            </a:lvl5pPr>
            <a:lvl6pPr marL="3301754" indent="0">
              <a:buNone/>
              <a:defRPr sz="2889"/>
            </a:lvl6pPr>
            <a:lvl7pPr marL="3962104" indent="0">
              <a:buNone/>
              <a:defRPr sz="2889"/>
            </a:lvl7pPr>
            <a:lvl8pPr marL="4622456" indent="0">
              <a:buNone/>
              <a:defRPr sz="2889"/>
            </a:lvl8pPr>
            <a:lvl9pPr marL="5282805" indent="0">
              <a:buNone/>
              <a:defRPr sz="2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3" y="2971800"/>
            <a:ext cx="5679726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52" indent="0">
              <a:buNone/>
              <a:defRPr sz="2021"/>
            </a:lvl2pPr>
            <a:lvl3pPr marL="1320701" indent="0">
              <a:buNone/>
              <a:defRPr sz="1733"/>
            </a:lvl3pPr>
            <a:lvl4pPr marL="1981053" indent="0">
              <a:buNone/>
              <a:defRPr sz="1443"/>
            </a:lvl4pPr>
            <a:lvl5pPr marL="2641403" indent="0">
              <a:buNone/>
              <a:defRPr sz="1443"/>
            </a:lvl5pPr>
            <a:lvl6pPr marL="3301754" indent="0">
              <a:buNone/>
              <a:defRPr sz="1443"/>
            </a:lvl6pPr>
            <a:lvl7pPr marL="3962104" indent="0">
              <a:buNone/>
              <a:defRPr sz="1443"/>
            </a:lvl7pPr>
            <a:lvl8pPr marL="4622456" indent="0">
              <a:buNone/>
              <a:defRPr sz="1443"/>
            </a:lvl8pPr>
            <a:lvl9pPr marL="5282805" indent="0">
              <a:buNone/>
              <a:defRPr sz="14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6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18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02255" y="527403"/>
            <a:ext cx="379718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0699" y="527403"/>
            <a:ext cx="11171432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1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0699" y="527405"/>
            <a:ext cx="15188744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0699" y="2637014"/>
            <a:ext cx="15188744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0698" y="9181397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33360" y="9181397"/>
            <a:ext cx="59434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7161" y="9181397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64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20701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76" indent="-330176" algn="l" defTabSz="1320701" rtl="0" eaLnBrk="1" latinLnBrk="0" hangingPunct="1">
        <a:lnSpc>
          <a:spcPct val="90000"/>
        </a:lnSpc>
        <a:spcBef>
          <a:spcPts val="1443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27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877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229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971578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631930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4292280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952631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612981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1pPr>
      <a:lvl2pPr marL="660352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2pPr>
      <a:lvl3pPr marL="1320701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3pPr>
      <a:lvl4pPr marL="1981053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641403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301754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622456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282805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14D617F6-C9EF-F194-C785-02A173DBA6B7}"/>
              </a:ext>
            </a:extLst>
          </p:cNvPr>
          <p:cNvGrpSpPr/>
          <p:nvPr/>
        </p:nvGrpSpPr>
        <p:grpSpPr>
          <a:xfrm>
            <a:off x="10979859" y="480295"/>
            <a:ext cx="1768084" cy="8968505"/>
            <a:chOff x="10421357" y="480295"/>
            <a:chExt cx="1768084" cy="896850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DE178B6-DB27-7B73-9C26-C26A73EADAD5}"/>
                </a:ext>
              </a:extLst>
            </p:cNvPr>
            <p:cNvGrpSpPr/>
            <p:nvPr/>
          </p:nvGrpSpPr>
          <p:grpSpPr>
            <a:xfrm>
              <a:off x="10421357" y="7618115"/>
              <a:ext cx="1768084" cy="1830685"/>
              <a:chOff x="4737100" y="5748020"/>
              <a:chExt cx="1094740" cy="1329055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6AECC26-6A13-976B-5AE6-43D7A2570670}"/>
                  </a:ext>
                </a:extLst>
              </p:cNvPr>
              <p:cNvGrpSpPr/>
              <p:nvPr/>
            </p:nvGrpSpPr>
            <p:grpSpPr>
              <a:xfrm>
                <a:off x="4769485" y="5814123"/>
                <a:ext cx="1026160" cy="1198522"/>
                <a:chOff x="655320" y="3522411"/>
                <a:chExt cx="1559560" cy="2286781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E8ADD635-133C-5E98-4136-63EF2F777438}"/>
                    </a:ext>
                  </a:extLst>
                </p:cNvPr>
                <p:cNvSpPr/>
                <p:nvPr/>
              </p:nvSpPr>
              <p:spPr>
                <a:xfrm>
                  <a:off x="655320" y="3773442"/>
                  <a:ext cx="1559560" cy="2035750"/>
                </a:xfrm>
                <a:prstGeom prst="rect">
                  <a:avLst/>
                </a:prstGeom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r>
                    <a:rPr lang="en-US" sz="1200" u="sng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Result_ID</a:t>
                  </a:r>
                  <a:endParaRPr lang="en-US" sz="1200" u="sng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sz="1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Subject_ID</a:t>
                  </a:r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	Marks Obtained</a:t>
                  </a:r>
                </a:p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	Grade</a:t>
                  </a:r>
                </a:p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CGPA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1D076F6-CCC3-159F-1408-BCD655EC29EC}"/>
                    </a:ext>
                  </a:extLst>
                </p:cNvPr>
                <p:cNvSpPr/>
                <p:nvPr/>
              </p:nvSpPr>
              <p:spPr>
                <a:xfrm>
                  <a:off x="655320" y="3522411"/>
                  <a:ext cx="1559560" cy="465632"/>
                </a:xfrm>
                <a:prstGeom prst="rect">
                  <a:avLst/>
                </a:prstGeom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300000"/>
                    </a:lnSpc>
                  </a:pPr>
                  <a:r>
                    <a:rPr lang="en-US" sz="1403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Result</a:t>
                  </a:r>
                </a:p>
                <a:p>
                  <a:pPr algn="ctr"/>
                  <a:endParaRPr lang="en-US" sz="1403" dirty="0">
                    <a:ln w="9525">
                      <a:solidFill>
                        <a:schemeClr val="tx1"/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9" name="Frame 38">
                <a:extLst>
                  <a:ext uri="{FF2B5EF4-FFF2-40B4-BE49-F238E27FC236}">
                    <a16:creationId xmlns:a16="http://schemas.microsoft.com/office/drawing/2014/main" id="{0D24B334-97BD-FEBE-A0D7-56ED1151E771}"/>
                  </a:ext>
                </a:extLst>
              </p:cNvPr>
              <p:cNvSpPr/>
              <p:nvPr/>
            </p:nvSpPr>
            <p:spPr>
              <a:xfrm>
                <a:off x="4737100" y="5748020"/>
                <a:ext cx="1094740" cy="1329055"/>
              </a:xfrm>
              <a:prstGeom prst="frame">
                <a:avLst>
                  <a:gd name="adj1" fmla="val 338"/>
                </a:avLst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97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84033E6-017B-15ED-B691-B26E66ABA802}"/>
                </a:ext>
              </a:extLst>
            </p:cNvPr>
            <p:cNvGrpSpPr/>
            <p:nvPr/>
          </p:nvGrpSpPr>
          <p:grpSpPr>
            <a:xfrm>
              <a:off x="10587855" y="480295"/>
              <a:ext cx="1601586" cy="1101299"/>
              <a:chOff x="655320" y="3285420"/>
              <a:chExt cx="1267862" cy="1430895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354BBC9-13CC-3518-3BBF-DDA54D996EE3}"/>
                  </a:ext>
                </a:extLst>
              </p:cNvPr>
              <p:cNvSpPr/>
              <p:nvPr/>
            </p:nvSpPr>
            <p:spPr>
              <a:xfrm>
                <a:off x="655320" y="3714643"/>
                <a:ext cx="1267862" cy="1001672"/>
              </a:xfrm>
              <a:prstGeom prst="rect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Department_Name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Faculty List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9054098-00A9-CCFC-2887-A7B64E404C1F}"/>
                  </a:ext>
                </a:extLst>
              </p:cNvPr>
              <p:cNvSpPr/>
              <p:nvPr/>
            </p:nvSpPr>
            <p:spPr>
              <a:xfrm>
                <a:off x="655320" y="3285420"/>
                <a:ext cx="1267862" cy="429223"/>
              </a:xfrm>
              <a:prstGeom prst="rect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D049FFF-2AEE-D045-8032-782A59B9DF65}"/>
                </a:ext>
              </a:extLst>
            </p:cNvPr>
            <p:cNvGrpSpPr/>
            <p:nvPr/>
          </p:nvGrpSpPr>
          <p:grpSpPr>
            <a:xfrm>
              <a:off x="10537597" y="4491745"/>
              <a:ext cx="1651844" cy="1142573"/>
              <a:chOff x="655320" y="2630915"/>
              <a:chExt cx="1548489" cy="28298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9BE545B-787C-2FFF-D412-E5AD235971BB}"/>
                  </a:ext>
                </a:extLst>
              </p:cNvPr>
              <p:cNvSpPr/>
              <p:nvPr/>
            </p:nvSpPr>
            <p:spPr>
              <a:xfrm>
                <a:off x="655320" y="3426132"/>
                <a:ext cx="1548489" cy="2034599"/>
              </a:xfrm>
              <a:prstGeom prst="rect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Subject_Name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D5E4483-A434-6D32-5649-3EEF7716E7D5}"/>
                  </a:ext>
                </a:extLst>
              </p:cNvPr>
              <p:cNvSpPr/>
              <p:nvPr/>
            </p:nvSpPr>
            <p:spPr>
              <a:xfrm>
                <a:off x="655320" y="2630915"/>
                <a:ext cx="1548489" cy="795216"/>
              </a:xfrm>
              <a:prstGeom prst="rect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</a:t>
                </a: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34FDDF-2CE2-E638-D499-83774557B4FE}"/>
              </a:ext>
            </a:extLst>
          </p:cNvPr>
          <p:cNvGrpSpPr/>
          <p:nvPr/>
        </p:nvGrpSpPr>
        <p:grpSpPr>
          <a:xfrm>
            <a:off x="15663424" y="428782"/>
            <a:ext cx="1642169" cy="1413465"/>
            <a:chOff x="655320" y="2630915"/>
            <a:chExt cx="1548489" cy="28298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40A28DE-5E41-6BEC-4EA8-8B44E285022A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Staff_Position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Staff_Salary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8406D62-B2F3-5F78-C0F8-6FF3AF6E3E72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F272215-53ED-DD36-A296-A1FC4C5CF889}"/>
              </a:ext>
            </a:extLst>
          </p:cNvPr>
          <p:cNvGrpSpPr/>
          <p:nvPr/>
        </p:nvGrpSpPr>
        <p:grpSpPr>
          <a:xfrm>
            <a:off x="522397" y="8321010"/>
            <a:ext cx="1877566" cy="1356390"/>
            <a:chOff x="4737100" y="5748020"/>
            <a:chExt cx="1094740" cy="132905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8EADC7E-8B8E-82D5-8899-F17CC15A757E}"/>
                </a:ext>
              </a:extLst>
            </p:cNvPr>
            <p:cNvGrpSpPr/>
            <p:nvPr/>
          </p:nvGrpSpPr>
          <p:grpSpPr>
            <a:xfrm>
              <a:off x="4769485" y="5814121"/>
              <a:ext cx="1026160" cy="1198524"/>
              <a:chOff x="655320" y="3522407"/>
              <a:chExt cx="1559560" cy="2286785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9D64D0-DAC7-5D32-FB2F-10FA6E20B473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Class_time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Duration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Class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7EE9B58-8BFF-CC92-1595-CBBF57F7313C}"/>
                  </a:ext>
                </a:extLst>
              </p:cNvPr>
              <p:cNvSpPr/>
              <p:nvPr/>
            </p:nvSpPr>
            <p:spPr>
              <a:xfrm>
                <a:off x="655320" y="3522407"/>
                <a:ext cx="1559560" cy="590529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Duration</a:t>
                </a: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Frame 32">
              <a:extLst>
                <a:ext uri="{FF2B5EF4-FFF2-40B4-BE49-F238E27FC236}">
                  <a16:creationId xmlns:a16="http://schemas.microsoft.com/office/drawing/2014/main" id="{52444191-4AC2-AA0F-F944-D5100FFE808B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2C77B5-1B45-EAB4-F6B6-06FEC920A4C3}"/>
              </a:ext>
            </a:extLst>
          </p:cNvPr>
          <p:cNvGrpSpPr/>
          <p:nvPr/>
        </p:nvGrpSpPr>
        <p:grpSpPr>
          <a:xfrm>
            <a:off x="522397" y="3127264"/>
            <a:ext cx="1877567" cy="3296818"/>
            <a:chOff x="655320" y="3285422"/>
            <a:chExt cx="1267862" cy="160386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993DBD-C04A-FD88-19E1-CFF89AB5AC09}"/>
                </a:ext>
              </a:extLst>
            </p:cNvPr>
            <p:cNvSpPr/>
            <p:nvPr/>
          </p:nvSpPr>
          <p:spPr>
            <a:xfrm>
              <a:off x="655320" y="3461334"/>
              <a:ext cx="1267862" cy="1427957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{Course}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Educational_Qualification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Degree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Department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Result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Employment_Details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Joining 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Position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Salary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06992C-F6F9-D189-4215-7C595D8FE8DC}"/>
                </a:ext>
              </a:extLst>
            </p:cNvPr>
            <p:cNvSpPr/>
            <p:nvPr/>
          </p:nvSpPr>
          <p:spPr>
            <a:xfrm>
              <a:off x="655320" y="3285422"/>
              <a:ext cx="1267862" cy="175912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76ACCCB-7FF1-E1E7-F0E5-F0B09E09F4CA}"/>
              </a:ext>
            </a:extLst>
          </p:cNvPr>
          <p:cNvGrpSpPr/>
          <p:nvPr/>
        </p:nvGrpSpPr>
        <p:grpSpPr>
          <a:xfrm>
            <a:off x="682678" y="260275"/>
            <a:ext cx="1544130" cy="1101299"/>
            <a:chOff x="4737100" y="5625844"/>
            <a:chExt cx="1094740" cy="145123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FC5A1AB-9C5B-0E81-8760-ACCD5A9E23F6}"/>
                </a:ext>
              </a:extLst>
            </p:cNvPr>
            <p:cNvGrpSpPr/>
            <p:nvPr/>
          </p:nvGrpSpPr>
          <p:grpSpPr>
            <a:xfrm>
              <a:off x="4769485" y="5672424"/>
              <a:ext cx="1026160" cy="1340741"/>
              <a:chOff x="655320" y="3252053"/>
              <a:chExt cx="1559560" cy="255813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F92C9E-442B-8328-9695-A4CB3B85E0F3}"/>
                  </a:ext>
                </a:extLst>
              </p:cNvPr>
              <p:cNvSpPr/>
              <p:nvPr/>
            </p:nvSpPr>
            <p:spPr>
              <a:xfrm>
                <a:off x="655320" y="3774440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/>
                  <a:t>Attendence_ID</a:t>
                </a:r>
                <a:endParaRPr lang="en-US" sz="1200" u="sng" dirty="0"/>
              </a:p>
              <a:p>
                <a:r>
                  <a:rPr lang="en-US" sz="1200" dirty="0"/>
                  <a:t>Date</a:t>
                </a:r>
              </a:p>
              <a:p>
                <a:r>
                  <a:rPr lang="en-US" sz="1200" dirty="0"/>
                  <a:t>Status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EF001A7-F49E-00F2-7684-CF6CFF591C99}"/>
                  </a:ext>
                </a:extLst>
              </p:cNvPr>
              <p:cNvSpPr/>
              <p:nvPr/>
            </p:nvSpPr>
            <p:spPr>
              <a:xfrm>
                <a:off x="655320" y="3252053"/>
                <a:ext cx="1559560" cy="666582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3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Attendence</a:t>
                </a:r>
                <a:endPara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Frame 28">
              <a:extLst>
                <a:ext uri="{FF2B5EF4-FFF2-40B4-BE49-F238E27FC236}">
                  <a16:creationId xmlns:a16="http://schemas.microsoft.com/office/drawing/2014/main" id="{CBDA1207-B584-2445-F546-BE58DC297280}"/>
                </a:ext>
              </a:extLst>
            </p:cNvPr>
            <p:cNvSpPr/>
            <p:nvPr/>
          </p:nvSpPr>
          <p:spPr>
            <a:xfrm>
              <a:off x="4737100" y="5625844"/>
              <a:ext cx="1094740" cy="1451230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2424DE0-110C-2AC8-3180-F7811FAB85D4}"/>
              </a:ext>
            </a:extLst>
          </p:cNvPr>
          <p:cNvGrpSpPr/>
          <p:nvPr/>
        </p:nvGrpSpPr>
        <p:grpSpPr>
          <a:xfrm>
            <a:off x="762759" y="1921513"/>
            <a:ext cx="1402081" cy="650240"/>
            <a:chOff x="2453640" y="2468880"/>
            <a:chExt cx="4561840" cy="2214880"/>
          </a:xfrm>
        </p:grpSpPr>
        <p:sp>
          <p:nvSpPr>
            <p:cNvPr id="3" name="Diamond 2">
              <a:extLst>
                <a:ext uri="{FF2B5EF4-FFF2-40B4-BE49-F238E27FC236}">
                  <a16:creationId xmlns:a16="http://schemas.microsoft.com/office/drawing/2014/main" id="{B1E73817-DCE3-E2FA-4E5C-E1C3773CDED1}"/>
                </a:ext>
              </a:extLst>
            </p:cNvPr>
            <p:cNvSpPr/>
            <p:nvPr/>
          </p:nvSpPr>
          <p:spPr>
            <a:xfrm>
              <a:off x="2453640" y="2468880"/>
              <a:ext cx="4561840" cy="221488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/>
            </a:p>
          </p:txBody>
        </p:sp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F37248AF-429B-04A4-21CF-A40C034AB494}"/>
                </a:ext>
              </a:extLst>
            </p:cNvPr>
            <p:cNvSpPr/>
            <p:nvPr/>
          </p:nvSpPr>
          <p:spPr>
            <a:xfrm>
              <a:off x="2616648" y="2561067"/>
              <a:ext cx="4235823" cy="2030506"/>
            </a:xfrm>
            <a:prstGeom prst="diamond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 err="1"/>
                <a:t>Atnd_Stu</a:t>
              </a:r>
              <a:endParaRPr lang="en-US" sz="1403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F062287-0785-6888-58B9-82B1FC402023}"/>
              </a:ext>
            </a:extLst>
          </p:cNvPr>
          <p:cNvGrpSpPr/>
          <p:nvPr/>
        </p:nvGrpSpPr>
        <p:grpSpPr>
          <a:xfrm>
            <a:off x="698453" y="7028170"/>
            <a:ext cx="1518920" cy="812800"/>
            <a:chOff x="2453640" y="2468880"/>
            <a:chExt cx="4561840" cy="2214880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EADBF8F2-8AA1-D45B-3698-0D73BFC34370}"/>
                </a:ext>
              </a:extLst>
            </p:cNvPr>
            <p:cNvSpPr/>
            <p:nvPr/>
          </p:nvSpPr>
          <p:spPr>
            <a:xfrm>
              <a:off x="2453640" y="2468880"/>
              <a:ext cx="4561840" cy="221488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79DCF2BF-4CCD-9141-535C-4B599DFD0120}"/>
                </a:ext>
              </a:extLst>
            </p:cNvPr>
            <p:cNvSpPr/>
            <p:nvPr/>
          </p:nvSpPr>
          <p:spPr>
            <a:xfrm>
              <a:off x="2616648" y="2561067"/>
              <a:ext cx="4235823" cy="2030506"/>
            </a:xfrm>
            <a:prstGeom prst="diamond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/>
                <a:t>Take_</a:t>
              </a:r>
            </a:p>
            <a:p>
              <a:pPr algn="ctr"/>
              <a:r>
                <a:rPr lang="en-US" sz="1403" dirty="0"/>
                <a:t>Classes</a:t>
              </a:r>
            </a:p>
          </p:txBody>
        </p:sp>
      </p:grpSp>
      <p:sp>
        <p:nvSpPr>
          <p:cNvPr id="14" name="Diamond 13">
            <a:extLst>
              <a:ext uri="{FF2B5EF4-FFF2-40B4-BE49-F238E27FC236}">
                <a16:creationId xmlns:a16="http://schemas.microsoft.com/office/drawing/2014/main" id="{41CCDB0E-D096-CEAD-1705-03DEFE040BEB}"/>
              </a:ext>
            </a:extLst>
          </p:cNvPr>
          <p:cNvSpPr/>
          <p:nvPr/>
        </p:nvSpPr>
        <p:spPr>
          <a:xfrm>
            <a:off x="3164469" y="4577267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DC01FAA-D4EF-5473-2E1C-E153FB105095}"/>
              </a:ext>
            </a:extLst>
          </p:cNvPr>
          <p:cNvGrpSpPr/>
          <p:nvPr/>
        </p:nvGrpSpPr>
        <p:grpSpPr>
          <a:xfrm>
            <a:off x="5712971" y="3155985"/>
            <a:ext cx="2116875" cy="4513582"/>
            <a:chOff x="655320" y="3197262"/>
            <a:chExt cx="1548489" cy="226347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0AA890-C5A3-7CCF-3FFE-5C1BECE0431A}"/>
                </a:ext>
              </a:extLst>
            </p:cNvPr>
            <p:cNvSpPr/>
            <p:nvPr/>
          </p:nvSpPr>
          <p:spPr>
            <a:xfrm>
              <a:off x="655320" y="3426132"/>
              <a:ext cx="1548489" cy="2034600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Blood Group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Address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District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Thana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Road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House No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Date Of Birth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Gender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 Details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Guardian_Phn_Num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NID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Relation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Tution_Fee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Payment_Status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18E3DC-0F89-8BAD-5B11-6A7296C193DB}"/>
                </a:ext>
              </a:extLst>
            </p:cNvPr>
            <p:cNvSpPr/>
            <p:nvPr/>
          </p:nvSpPr>
          <p:spPr>
            <a:xfrm>
              <a:off x="655320" y="3197262"/>
              <a:ext cx="1548489" cy="228231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</a:t>
              </a:r>
            </a:p>
          </p:txBody>
        </p:sp>
      </p:grpSp>
      <p:sp>
        <p:nvSpPr>
          <p:cNvPr id="16" name="Diamond 15">
            <a:extLst>
              <a:ext uri="{FF2B5EF4-FFF2-40B4-BE49-F238E27FC236}">
                <a16:creationId xmlns:a16="http://schemas.microsoft.com/office/drawing/2014/main" id="{0DDC8846-4CC1-C077-1D9C-86E64727C5C9}"/>
              </a:ext>
            </a:extLst>
          </p:cNvPr>
          <p:cNvSpPr/>
          <p:nvPr/>
        </p:nvSpPr>
        <p:spPr>
          <a:xfrm>
            <a:off x="5880303" y="8761754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C5C8FDD4-A870-B9E4-E730-FEE2DA0E48AE}"/>
              </a:ext>
            </a:extLst>
          </p:cNvPr>
          <p:cNvSpPr/>
          <p:nvPr/>
        </p:nvSpPr>
        <p:spPr>
          <a:xfrm>
            <a:off x="8464047" y="4805577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Perusing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C484A62C-594B-B233-F5C0-8A025C22E734}"/>
              </a:ext>
            </a:extLst>
          </p:cNvPr>
          <p:cNvSpPr/>
          <p:nvPr/>
        </p:nvSpPr>
        <p:spPr>
          <a:xfrm>
            <a:off x="11029995" y="2758878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Handles</a:t>
            </a: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98AC29D9-D680-D4DE-0F91-CD2A5B79E94D}"/>
              </a:ext>
            </a:extLst>
          </p:cNvPr>
          <p:cNvSpPr/>
          <p:nvPr/>
        </p:nvSpPr>
        <p:spPr>
          <a:xfrm>
            <a:off x="13458375" y="676457"/>
            <a:ext cx="1601586" cy="834738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A259CAF-9957-0B10-B344-282C8654EB62}"/>
              </a:ext>
            </a:extLst>
          </p:cNvPr>
          <p:cNvCxnSpPr>
            <a:stCxn id="3" idx="2"/>
            <a:endCxn id="9" idx="0"/>
          </p:cNvCxnSpPr>
          <p:nvPr/>
        </p:nvCxnSpPr>
        <p:spPr>
          <a:xfrm flipH="1">
            <a:off x="1461181" y="2571753"/>
            <a:ext cx="2619" cy="5555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CDC8F24-975E-B302-E181-6E0A7C33E56B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454743" y="1361574"/>
            <a:ext cx="550" cy="5700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01E7852-7496-3D1B-71AF-2732198F0789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1457913" y="6424082"/>
            <a:ext cx="3268" cy="6040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2E54377-31A4-71A6-BB7C-C0E695F97C53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457913" y="7840970"/>
            <a:ext cx="5857" cy="48139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549442A-1700-5E3B-99F5-4F2925107CEC}"/>
              </a:ext>
            </a:extLst>
          </p:cNvPr>
          <p:cNvCxnSpPr>
            <a:cxnSpLocks/>
            <a:stCxn id="14" idx="1"/>
            <a:endCxn id="8" idx="3"/>
          </p:cNvCxnSpPr>
          <p:nvPr/>
        </p:nvCxnSpPr>
        <p:spPr>
          <a:xfrm flipH="1">
            <a:off x="2399964" y="4953000"/>
            <a:ext cx="764505" cy="34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DF55D78-6F9F-629C-F513-8C2BFA95BE9C}"/>
              </a:ext>
            </a:extLst>
          </p:cNvPr>
          <p:cNvCxnSpPr>
            <a:cxnSpLocks/>
          </p:cNvCxnSpPr>
          <p:nvPr/>
        </p:nvCxnSpPr>
        <p:spPr>
          <a:xfrm flipH="1">
            <a:off x="4949039" y="4956469"/>
            <a:ext cx="7391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4EEDBBE-04DB-9422-9D56-A322B49BCE04}"/>
              </a:ext>
            </a:extLst>
          </p:cNvPr>
          <p:cNvCxnSpPr>
            <a:cxnSpLocks/>
            <a:endCxn id="17" idx="3"/>
          </p:cNvCxnSpPr>
          <p:nvPr/>
        </p:nvCxnSpPr>
        <p:spPr>
          <a:xfrm flipH="1">
            <a:off x="10248617" y="5162550"/>
            <a:ext cx="844706" cy="187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70878FC-AD71-AB25-61C4-217566F17DD8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7829846" y="5181310"/>
            <a:ext cx="634201" cy="422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D334513-8906-C44F-BFB5-9665F0AC153D}"/>
              </a:ext>
            </a:extLst>
          </p:cNvPr>
          <p:cNvCxnSpPr>
            <a:cxnSpLocks/>
            <a:endCxn id="45" idx="2"/>
          </p:cNvCxnSpPr>
          <p:nvPr/>
        </p:nvCxnSpPr>
        <p:spPr>
          <a:xfrm flipV="1">
            <a:off x="11906861" y="1581594"/>
            <a:ext cx="40289" cy="11772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9CE9192-9ACA-EDCB-1D14-F8FA9324C8EB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11918822" y="3510806"/>
            <a:ext cx="3199" cy="9809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E5E8CE0-1663-718D-0952-EE2A487F50AA}"/>
              </a:ext>
            </a:extLst>
          </p:cNvPr>
          <p:cNvCxnSpPr>
            <a:cxnSpLocks/>
          </p:cNvCxnSpPr>
          <p:nvPr/>
        </p:nvCxnSpPr>
        <p:spPr>
          <a:xfrm flipV="1">
            <a:off x="15059961" y="1093826"/>
            <a:ext cx="603463" cy="14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782852C-FB1C-A9EE-87E1-ED8A957E5D0F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12747943" y="1093826"/>
            <a:ext cx="71043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4F8EFE7-AC82-DF54-0F7E-C642324D65A3}"/>
              </a:ext>
            </a:extLst>
          </p:cNvPr>
          <p:cNvCxnSpPr>
            <a:cxnSpLocks/>
            <a:endCxn id="114" idx="3"/>
          </p:cNvCxnSpPr>
          <p:nvPr/>
        </p:nvCxnSpPr>
        <p:spPr>
          <a:xfrm flipV="1">
            <a:off x="7664523" y="9056294"/>
            <a:ext cx="3191881" cy="941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071B41E-0411-8CBA-D1D6-97C0756E41F0}"/>
              </a:ext>
            </a:extLst>
          </p:cNvPr>
          <p:cNvCxnSpPr>
            <a:cxnSpLocks/>
          </p:cNvCxnSpPr>
          <p:nvPr/>
        </p:nvCxnSpPr>
        <p:spPr>
          <a:xfrm flipH="1" flipV="1">
            <a:off x="6770146" y="7809122"/>
            <a:ext cx="1628" cy="9500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D3E9ABC3-FF26-F8D8-F365-36962C5B2BCE}"/>
              </a:ext>
            </a:extLst>
          </p:cNvPr>
          <p:cNvSpPr/>
          <p:nvPr/>
        </p:nvSpPr>
        <p:spPr>
          <a:xfrm>
            <a:off x="6691207" y="7683243"/>
            <a:ext cx="156591" cy="122755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4" name="Isosceles Triangle 113">
            <a:extLst>
              <a:ext uri="{FF2B5EF4-FFF2-40B4-BE49-F238E27FC236}">
                <a16:creationId xmlns:a16="http://schemas.microsoft.com/office/drawing/2014/main" id="{3218F276-5A8C-63C1-1A0D-D1DE5AE11AC2}"/>
              </a:ext>
            </a:extLst>
          </p:cNvPr>
          <p:cNvSpPr/>
          <p:nvPr/>
        </p:nvSpPr>
        <p:spPr>
          <a:xfrm rot="5400000">
            <a:off x="10839486" y="8994916"/>
            <a:ext cx="156591" cy="122755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F3B1276-24F9-E53E-7219-C95F457F443F}"/>
              </a:ext>
            </a:extLst>
          </p:cNvPr>
          <p:cNvGrpSpPr/>
          <p:nvPr/>
        </p:nvGrpSpPr>
        <p:grpSpPr>
          <a:xfrm>
            <a:off x="5902900" y="140642"/>
            <a:ext cx="1774969" cy="1505976"/>
            <a:chOff x="655320" y="2119641"/>
            <a:chExt cx="1934163" cy="3367658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2EBD6FB-EA2A-34AA-DF76-911738B7189C}"/>
                </a:ext>
              </a:extLst>
            </p:cNvPr>
            <p:cNvSpPr/>
            <p:nvPr/>
          </p:nvSpPr>
          <p:spPr>
            <a:xfrm>
              <a:off x="655320" y="2726683"/>
              <a:ext cx="1934163" cy="27606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Accounting_ID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Tution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Fee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Amount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Paymnet_Status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D3D7002-F2DD-366A-4F77-417F1D0A26B0}"/>
                </a:ext>
              </a:extLst>
            </p:cNvPr>
            <p:cNvSpPr/>
            <p:nvPr/>
          </p:nvSpPr>
          <p:spPr>
            <a:xfrm>
              <a:off x="655320" y="2119641"/>
              <a:ext cx="1934163" cy="60704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Accounting</a:t>
              </a:r>
            </a:p>
          </p:txBody>
        </p:sp>
      </p:grpSp>
      <p:sp>
        <p:nvSpPr>
          <p:cNvPr id="118" name="Diamond 117">
            <a:extLst>
              <a:ext uri="{FF2B5EF4-FFF2-40B4-BE49-F238E27FC236}">
                <a16:creationId xmlns:a16="http://schemas.microsoft.com/office/drawing/2014/main" id="{52EBDC30-8E08-3F4A-EBF3-5C3E9FA61811}"/>
              </a:ext>
            </a:extLst>
          </p:cNvPr>
          <p:cNvSpPr/>
          <p:nvPr/>
        </p:nvSpPr>
        <p:spPr>
          <a:xfrm>
            <a:off x="5788792" y="1987162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Payment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8A4584AB-785A-D9E3-BC63-BFA16688B23B}"/>
              </a:ext>
            </a:extLst>
          </p:cNvPr>
          <p:cNvCxnSpPr>
            <a:cxnSpLocks/>
          </p:cNvCxnSpPr>
          <p:nvPr/>
        </p:nvCxnSpPr>
        <p:spPr>
          <a:xfrm>
            <a:off x="6681077" y="1640205"/>
            <a:ext cx="0" cy="3385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3B21D08-1554-A65D-93D0-F6D01BBF8C9E}"/>
              </a:ext>
            </a:extLst>
          </p:cNvPr>
          <p:cNvCxnSpPr>
            <a:cxnSpLocks/>
          </p:cNvCxnSpPr>
          <p:nvPr/>
        </p:nvCxnSpPr>
        <p:spPr>
          <a:xfrm>
            <a:off x="6681077" y="2736771"/>
            <a:ext cx="0" cy="4192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Isosceles Triangle 130">
            <a:extLst>
              <a:ext uri="{FF2B5EF4-FFF2-40B4-BE49-F238E27FC236}">
                <a16:creationId xmlns:a16="http://schemas.microsoft.com/office/drawing/2014/main" id="{BBD36FA2-06ED-CB5F-3A49-D963808581B2}"/>
              </a:ext>
            </a:extLst>
          </p:cNvPr>
          <p:cNvSpPr/>
          <p:nvPr/>
        </p:nvSpPr>
        <p:spPr>
          <a:xfrm>
            <a:off x="6602780" y="1644584"/>
            <a:ext cx="156591" cy="122755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025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24EF7AD-95EF-1EB3-AA79-A2DC85DF293B}"/>
              </a:ext>
            </a:extLst>
          </p:cNvPr>
          <p:cNvGrpSpPr/>
          <p:nvPr/>
        </p:nvGrpSpPr>
        <p:grpSpPr>
          <a:xfrm>
            <a:off x="2453647" y="2468884"/>
            <a:ext cx="1402081" cy="650240"/>
            <a:chOff x="2453640" y="2468880"/>
            <a:chExt cx="4561840" cy="2214880"/>
          </a:xfrm>
        </p:grpSpPr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3B585086-F8E7-C458-3994-38DDCA115B98}"/>
                </a:ext>
              </a:extLst>
            </p:cNvPr>
            <p:cNvSpPr/>
            <p:nvPr/>
          </p:nvSpPr>
          <p:spPr>
            <a:xfrm>
              <a:off x="2453640" y="2468880"/>
              <a:ext cx="4561840" cy="221488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/>
            </a:p>
          </p:txBody>
        </p:sp>
        <p:sp>
          <p:nvSpPr>
            <p:cNvPr id="4" name="Diamond 3">
              <a:extLst>
                <a:ext uri="{FF2B5EF4-FFF2-40B4-BE49-F238E27FC236}">
                  <a16:creationId xmlns:a16="http://schemas.microsoft.com/office/drawing/2014/main" id="{F9685332-D950-3630-0FC4-DB89DCBC8958}"/>
                </a:ext>
              </a:extLst>
            </p:cNvPr>
            <p:cNvSpPr/>
            <p:nvPr/>
          </p:nvSpPr>
          <p:spPr>
            <a:xfrm>
              <a:off x="2616648" y="2561067"/>
              <a:ext cx="4235823" cy="2030506"/>
            </a:xfrm>
            <a:prstGeom prst="diamond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 err="1"/>
                <a:t>Atnd_Stu</a:t>
              </a:r>
              <a:endParaRPr lang="en-US" sz="1403" dirty="0"/>
            </a:p>
          </p:txBody>
        </p:sp>
      </p:grpSp>
      <p:sp>
        <p:nvSpPr>
          <p:cNvPr id="5" name="Diamond 4">
            <a:extLst>
              <a:ext uri="{FF2B5EF4-FFF2-40B4-BE49-F238E27FC236}">
                <a16:creationId xmlns:a16="http://schemas.microsoft.com/office/drawing/2014/main" id="{4862AD92-91F1-98CE-3651-F85FB24BBD42}"/>
              </a:ext>
            </a:extLst>
          </p:cNvPr>
          <p:cNvSpPr/>
          <p:nvPr/>
        </p:nvSpPr>
        <p:spPr>
          <a:xfrm>
            <a:off x="4628931" y="2468888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1E8DD57-7B0D-F832-A4A7-5591829FA841}"/>
              </a:ext>
            </a:extLst>
          </p:cNvPr>
          <p:cNvGrpSpPr/>
          <p:nvPr/>
        </p:nvGrpSpPr>
        <p:grpSpPr>
          <a:xfrm>
            <a:off x="2336799" y="3683005"/>
            <a:ext cx="1518920" cy="812800"/>
            <a:chOff x="2453640" y="2468880"/>
            <a:chExt cx="4561840" cy="2214880"/>
          </a:xfrm>
        </p:grpSpPr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56483C6A-81A7-4F0B-21B2-14E1E3E611BC}"/>
                </a:ext>
              </a:extLst>
            </p:cNvPr>
            <p:cNvSpPr/>
            <p:nvPr/>
          </p:nvSpPr>
          <p:spPr>
            <a:xfrm>
              <a:off x="2453640" y="2468880"/>
              <a:ext cx="4561840" cy="221488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/>
            </a:p>
          </p:txBody>
        </p:sp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ADD1553C-55E9-BF0C-DDD8-A5B63182FB5F}"/>
                </a:ext>
              </a:extLst>
            </p:cNvPr>
            <p:cNvSpPr/>
            <p:nvPr/>
          </p:nvSpPr>
          <p:spPr>
            <a:xfrm>
              <a:off x="2616648" y="2561067"/>
              <a:ext cx="4235823" cy="2030506"/>
            </a:xfrm>
            <a:prstGeom prst="diamond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/>
                <a:t>Take_</a:t>
              </a:r>
            </a:p>
            <a:p>
              <a:pPr algn="ctr"/>
              <a:r>
                <a:rPr lang="en-US" sz="1403" dirty="0"/>
                <a:t>Classes</a:t>
              </a:r>
            </a:p>
          </p:txBody>
        </p:sp>
      </p:grpSp>
      <p:sp>
        <p:nvSpPr>
          <p:cNvPr id="11" name="Diamond 10">
            <a:extLst>
              <a:ext uri="{FF2B5EF4-FFF2-40B4-BE49-F238E27FC236}">
                <a16:creationId xmlns:a16="http://schemas.microsoft.com/office/drawing/2014/main" id="{DC7FD32A-27BA-D565-02E1-A01DEAE7E932}"/>
              </a:ext>
            </a:extLst>
          </p:cNvPr>
          <p:cNvSpPr/>
          <p:nvPr/>
        </p:nvSpPr>
        <p:spPr>
          <a:xfrm>
            <a:off x="9977428" y="2431463"/>
            <a:ext cx="4235823" cy="2030506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 dirty="0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14DD3C4D-6422-8144-1992-9CC3009AD5AC}"/>
              </a:ext>
            </a:extLst>
          </p:cNvPr>
          <p:cNvSpPr/>
          <p:nvPr/>
        </p:nvSpPr>
        <p:spPr>
          <a:xfrm>
            <a:off x="13003314" y="6299927"/>
            <a:ext cx="4235823" cy="2030506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1F3EE3AB-4BD1-DCE9-A824-00FD63AF1DBD}"/>
              </a:ext>
            </a:extLst>
          </p:cNvPr>
          <p:cNvSpPr/>
          <p:nvPr/>
        </p:nvSpPr>
        <p:spPr>
          <a:xfrm>
            <a:off x="13251572" y="3446718"/>
            <a:ext cx="4235823" cy="2030506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 dirty="0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0699AA21-ECA0-E93D-D9E4-0C1619F70D05}"/>
              </a:ext>
            </a:extLst>
          </p:cNvPr>
          <p:cNvSpPr/>
          <p:nvPr/>
        </p:nvSpPr>
        <p:spPr>
          <a:xfrm>
            <a:off x="13213985" y="763492"/>
            <a:ext cx="4235823" cy="2030506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 dirty="0"/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AE902D83-2B62-D33F-2A69-7737556AB98C}"/>
              </a:ext>
            </a:extLst>
          </p:cNvPr>
          <p:cNvSpPr/>
          <p:nvPr/>
        </p:nvSpPr>
        <p:spPr>
          <a:xfrm>
            <a:off x="4628931" y="3860805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Persuing</a:t>
            </a:r>
            <a:endParaRPr lang="en-US" sz="1403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C61577BA-A95E-1819-97AA-046D2DC484EE}"/>
              </a:ext>
            </a:extLst>
          </p:cNvPr>
          <p:cNvSpPr/>
          <p:nvPr/>
        </p:nvSpPr>
        <p:spPr>
          <a:xfrm>
            <a:off x="4628931" y="5252728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E84F70B1-8269-CF44-A061-E590C1226033}"/>
              </a:ext>
            </a:extLst>
          </p:cNvPr>
          <p:cNvSpPr/>
          <p:nvPr/>
        </p:nvSpPr>
        <p:spPr>
          <a:xfrm>
            <a:off x="4628931" y="6644645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Handles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5563BEAB-B42C-32A3-B5F9-B86A2B2192C5}"/>
              </a:ext>
            </a:extLst>
          </p:cNvPr>
          <p:cNvSpPr/>
          <p:nvPr/>
        </p:nvSpPr>
        <p:spPr>
          <a:xfrm>
            <a:off x="4628931" y="8036568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55165D6-622E-976B-5F16-896E4195335C}"/>
              </a:ext>
            </a:extLst>
          </p:cNvPr>
          <p:cNvSpPr/>
          <p:nvPr/>
        </p:nvSpPr>
        <p:spPr>
          <a:xfrm rot="5400000">
            <a:off x="6226011" y="885616"/>
            <a:ext cx="964276" cy="1151350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505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DC01FAA-D4EF-5473-2E1C-E153FB105095}"/>
              </a:ext>
            </a:extLst>
          </p:cNvPr>
          <p:cNvGrpSpPr/>
          <p:nvPr/>
        </p:nvGrpSpPr>
        <p:grpSpPr>
          <a:xfrm>
            <a:off x="5882401" y="428455"/>
            <a:ext cx="2116875" cy="4513582"/>
            <a:chOff x="655320" y="3197262"/>
            <a:chExt cx="1548489" cy="226347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0AA890-C5A3-7CCF-3FFE-5C1BECE0431A}"/>
                </a:ext>
              </a:extLst>
            </p:cNvPr>
            <p:cNvSpPr/>
            <p:nvPr/>
          </p:nvSpPr>
          <p:spPr>
            <a:xfrm>
              <a:off x="655320" y="3426132"/>
              <a:ext cx="1548489" cy="2034600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Blood Group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Address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District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Thana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Road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House No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Date Of Birth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Gender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 Details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Guardian_Phn_Num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NID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Relation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Tution_Fee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Payment_Status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18E3DC-0F89-8BAD-5B11-6A7296C193DB}"/>
                </a:ext>
              </a:extLst>
            </p:cNvPr>
            <p:cNvSpPr/>
            <p:nvPr/>
          </p:nvSpPr>
          <p:spPr>
            <a:xfrm>
              <a:off x="655320" y="3197262"/>
              <a:ext cx="1548489" cy="228231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2C77B5-1B45-EAB4-F6B6-06FEC920A4C3}"/>
              </a:ext>
            </a:extLst>
          </p:cNvPr>
          <p:cNvGrpSpPr/>
          <p:nvPr/>
        </p:nvGrpSpPr>
        <p:grpSpPr>
          <a:xfrm>
            <a:off x="9288499" y="619305"/>
            <a:ext cx="1877567" cy="3296818"/>
            <a:chOff x="655320" y="3285422"/>
            <a:chExt cx="1267862" cy="160386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993DBD-C04A-FD88-19E1-CFF89AB5AC09}"/>
                </a:ext>
              </a:extLst>
            </p:cNvPr>
            <p:cNvSpPr/>
            <p:nvPr/>
          </p:nvSpPr>
          <p:spPr>
            <a:xfrm>
              <a:off x="655320" y="3461334"/>
              <a:ext cx="1267862" cy="1427957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{Course}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Educational_Qualification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Degree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Department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Result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Employment_Details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Joining 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Position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Salary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06992C-F6F9-D189-4215-7C595D8FE8DC}"/>
                </a:ext>
              </a:extLst>
            </p:cNvPr>
            <p:cNvSpPr/>
            <p:nvPr/>
          </p:nvSpPr>
          <p:spPr>
            <a:xfrm>
              <a:off x="655320" y="3285422"/>
              <a:ext cx="1267862" cy="175912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76ACCCB-7FF1-E1E7-F0E5-F0B09E09F4CA}"/>
              </a:ext>
            </a:extLst>
          </p:cNvPr>
          <p:cNvGrpSpPr/>
          <p:nvPr/>
        </p:nvGrpSpPr>
        <p:grpSpPr>
          <a:xfrm>
            <a:off x="9955383" y="4072019"/>
            <a:ext cx="1210691" cy="880112"/>
            <a:chOff x="4737100" y="5625844"/>
            <a:chExt cx="1094740" cy="145123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FC5A1AB-9C5B-0E81-8760-ACCD5A9E23F6}"/>
                </a:ext>
              </a:extLst>
            </p:cNvPr>
            <p:cNvGrpSpPr/>
            <p:nvPr/>
          </p:nvGrpSpPr>
          <p:grpSpPr>
            <a:xfrm>
              <a:off x="4769485" y="5672424"/>
              <a:ext cx="1026160" cy="1340741"/>
              <a:chOff x="655320" y="3252053"/>
              <a:chExt cx="1559560" cy="255813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F92C9E-442B-8328-9695-A4CB3B85E0F3}"/>
                  </a:ext>
                </a:extLst>
              </p:cNvPr>
              <p:cNvSpPr/>
              <p:nvPr/>
            </p:nvSpPr>
            <p:spPr>
              <a:xfrm>
                <a:off x="655320" y="3774440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/>
                  <a:t>Attendence_ID</a:t>
                </a:r>
                <a:endParaRPr lang="en-US" sz="1200" u="sng" dirty="0"/>
              </a:p>
              <a:p>
                <a:r>
                  <a:rPr lang="en-US" sz="1200" dirty="0"/>
                  <a:t>Date</a:t>
                </a:r>
              </a:p>
              <a:p>
                <a:r>
                  <a:rPr lang="en-US" sz="1200" dirty="0"/>
                  <a:t>Status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EF001A7-F49E-00F2-7684-CF6CFF591C99}"/>
                  </a:ext>
                </a:extLst>
              </p:cNvPr>
              <p:cNvSpPr/>
              <p:nvPr/>
            </p:nvSpPr>
            <p:spPr>
              <a:xfrm>
                <a:off x="655320" y="3252053"/>
                <a:ext cx="1559560" cy="666582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3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Attendence</a:t>
                </a:r>
                <a:endPara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Frame 28">
              <a:extLst>
                <a:ext uri="{FF2B5EF4-FFF2-40B4-BE49-F238E27FC236}">
                  <a16:creationId xmlns:a16="http://schemas.microsoft.com/office/drawing/2014/main" id="{CBDA1207-B584-2445-F546-BE58DC297280}"/>
                </a:ext>
              </a:extLst>
            </p:cNvPr>
            <p:cNvSpPr/>
            <p:nvPr/>
          </p:nvSpPr>
          <p:spPr>
            <a:xfrm>
              <a:off x="4737100" y="5625844"/>
              <a:ext cx="1094740" cy="1451230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F272215-53ED-DD36-A296-A1FC4C5CF889}"/>
              </a:ext>
            </a:extLst>
          </p:cNvPr>
          <p:cNvGrpSpPr/>
          <p:nvPr/>
        </p:nvGrpSpPr>
        <p:grpSpPr>
          <a:xfrm>
            <a:off x="9841079" y="5180190"/>
            <a:ext cx="1435088" cy="1231773"/>
            <a:chOff x="4737100" y="5748020"/>
            <a:chExt cx="1094740" cy="132905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8EADC7E-8B8E-82D5-8899-F17CC15A757E}"/>
                </a:ext>
              </a:extLst>
            </p:cNvPr>
            <p:cNvGrpSpPr/>
            <p:nvPr/>
          </p:nvGrpSpPr>
          <p:grpSpPr>
            <a:xfrm>
              <a:off x="4769485" y="5814121"/>
              <a:ext cx="1026160" cy="1198524"/>
              <a:chOff x="655320" y="3522407"/>
              <a:chExt cx="1559560" cy="2286785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9D64D0-DAC7-5D32-FB2F-10FA6E20B473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Class_time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Duration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Class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7EE9B58-8BFF-CC92-1595-CBBF57F7313C}"/>
                  </a:ext>
                </a:extLst>
              </p:cNvPr>
              <p:cNvSpPr/>
              <p:nvPr/>
            </p:nvSpPr>
            <p:spPr>
              <a:xfrm>
                <a:off x="655320" y="3522407"/>
                <a:ext cx="1559560" cy="590529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Duration</a:t>
                </a: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Frame 32">
              <a:extLst>
                <a:ext uri="{FF2B5EF4-FFF2-40B4-BE49-F238E27FC236}">
                  <a16:creationId xmlns:a16="http://schemas.microsoft.com/office/drawing/2014/main" id="{52444191-4AC2-AA0F-F944-D5100FFE808B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E178B6-DB27-7B73-9C26-C26A73EADAD5}"/>
              </a:ext>
            </a:extLst>
          </p:cNvPr>
          <p:cNvGrpSpPr/>
          <p:nvPr/>
        </p:nvGrpSpPr>
        <p:grpSpPr>
          <a:xfrm>
            <a:off x="6088872" y="5496611"/>
            <a:ext cx="1768084" cy="1830685"/>
            <a:chOff x="4737100" y="5748020"/>
            <a:chExt cx="1094740" cy="1329055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6AECC26-6A13-976B-5AE6-43D7A2570670}"/>
                </a:ext>
              </a:extLst>
            </p:cNvPr>
            <p:cNvGrpSpPr/>
            <p:nvPr/>
          </p:nvGrpSpPr>
          <p:grpSpPr>
            <a:xfrm>
              <a:off x="4769485" y="5814123"/>
              <a:ext cx="1026160" cy="1198522"/>
              <a:chOff x="655320" y="3522411"/>
              <a:chExt cx="1559560" cy="2286781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8ADD635-133C-5E98-4136-63EF2F777438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Subject_ID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Marks Obtained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Grade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CGPA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1D076F6-CCC3-159F-1408-BCD655EC29EC}"/>
                  </a:ext>
                </a:extLst>
              </p:cNvPr>
              <p:cNvSpPr/>
              <p:nvPr/>
            </p:nvSpPr>
            <p:spPr>
              <a:xfrm>
                <a:off x="655320" y="3522411"/>
                <a:ext cx="1559560" cy="465632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300000"/>
                  </a:lnSpc>
                </a:pPr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</a:t>
                </a: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0D24B334-97BD-FEBE-A0D7-56ED1151E771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4033E6-017B-15ED-B691-B26E66ABA802}"/>
              </a:ext>
            </a:extLst>
          </p:cNvPr>
          <p:cNvGrpSpPr/>
          <p:nvPr/>
        </p:nvGrpSpPr>
        <p:grpSpPr>
          <a:xfrm>
            <a:off x="8197852" y="5587663"/>
            <a:ext cx="1435088" cy="850684"/>
            <a:chOff x="655320" y="3285420"/>
            <a:chExt cx="1267862" cy="143089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354BBC9-13CC-3518-3BBF-DDA54D996EE3}"/>
                </a:ext>
              </a:extLst>
            </p:cNvPr>
            <p:cNvSpPr/>
            <p:nvPr/>
          </p:nvSpPr>
          <p:spPr>
            <a:xfrm>
              <a:off x="655320" y="3714643"/>
              <a:ext cx="1267862" cy="1001672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Faculty List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9054098-00A9-CCFC-2887-A7B64E404C1F}"/>
                </a:ext>
              </a:extLst>
            </p:cNvPr>
            <p:cNvSpPr/>
            <p:nvPr/>
          </p:nvSpPr>
          <p:spPr>
            <a:xfrm>
              <a:off x="655320" y="3285420"/>
              <a:ext cx="1267862" cy="42922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D049FFF-2AEE-D045-8032-782A59B9DF65}"/>
              </a:ext>
            </a:extLst>
          </p:cNvPr>
          <p:cNvGrpSpPr/>
          <p:nvPr/>
        </p:nvGrpSpPr>
        <p:grpSpPr>
          <a:xfrm>
            <a:off x="7999279" y="7755248"/>
            <a:ext cx="1116697" cy="811529"/>
            <a:chOff x="655320" y="2630915"/>
            <a:chExt cx="1548489" cy="282981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9BE545B-787C-2FFF-D412-E5AD235971BB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D5E4483-A434-6D32-5649-3EEF7716E7D5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34FDDF-2CE2-E638-D499-83774557B4FE}"/>
              </a:ext>
            </a:extLst>
          </p:cNvPr>
          <p:cNvGrpSpPr/>
          <p:nvPr/>
        </p:nvGrpSpPr>
        <p:grpSpPr>
          <a:xfrm>
            <a:off x="6088876" y="7712779"/>
            <a:ext cx="1116697" cy="1445896"/>
            <a:chOff x="655320" y="2630915"/>
            <a:chExt cx="1548489" cy="28298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40A28DE-5E41-6BEC-4EA8-8B44E285022A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Staff_Position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Staff_Salary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8406D62-B2F3-5F78-C0F8-6FF3AF6E3E72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CEF5E6B-B0C8-40F7-916C-B00E2E854346}"/>
              </a:ext>
            </a:extLst>
          </p:cNvPr>
          <p:cNvGrpSpPr/>
          <p:nvPr/>
        </p:nvGrpSpPr>
        <p:grpSpPr>
          <a:xfrm>
            <a:off x="10227292" y="7188947"/>
            <a:ext cx="1435088" cy="1453997"/>
            <a:chOff x="655320" y="2119641"/>
            <a:chExt cx="1934163" cy="336765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11369FF-B3DD-F421-A006-E6548DA0BADE}"/>
                </a:ext>
              </a:extLst>
            </p:cNvPr>
            <p:cNvSpPr/>
            <p:nvPr/>
          </p:nvSpPr>
          <p:spPr>
            <a:xfrm>
              <a:off x="655320" y="2726683"/>
              <a:ext cx="1934163" cy="27606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User_ID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Password</a:t>
              </a: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UserType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(Student/Teacher/</a:t>
              </a:r>
            </a:p>
            <a:p>
              <a:pPr algn="l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Faculty/Staff)</a:t>
              </a:r>
            </a:p>
            <a:p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012AE74-432B-794E-AA21-2D5A53D7A579}"/>
                </a:ext>
              </a:extLst>
            </p:cNvPr>
            <p:cNvSpPr/>
            <p:nvPr/>
          </p:nvSpPr>
          <p:spPr>
            <a:xfrm>
              <a:off x="655320" y="2119641"/>
              <a:ext cx="1934163" cy="60704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3B8590A-0EA6-3FA9-75B4-804476B7AA91}"/>
              </a:ext>
            </a:extLst>
          </p:cNvPr>
          <p:cNvGrpSpPr/>
          <p:nvPr/>
        </p:nvGrpSpPr>
        <p:grpSpPr>
          <a:xfrm>
            <a:off x="12987907" y="4259356"/>
            <a:ext cx="1435088" cy="1453997"/>
            <a:chOff x="655320" y="2119641"/>
            <a:chExt cx="1934163" cy="336765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3C15BF-0156-1235-F06B-FC70F262BE56}"/>
                </a:ext>
              </a:extLst>
            </p:cNvPr>
            <p:cNvSpPr/>
            <p:nvPr/>
          </p:nvSpPr>
          <p:spPr>
            <a:xfrm>
              <a:off x="655320" y="2726683"/>
              <a:ext cx="1934163" cy="27606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Accounting_ID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Tution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Fee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Amount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Paymnet_Status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BE10D38-B51A-2DD0-E2D8-B7E65C6625D5}"/>
                </a:ext>
              </a:extLst>
            </p:cNvPr>
            <p:cNvSpPr/>
            <p:nvPr/>
          </p:nvSpPr>
          <p:spPr>
            <a:xfrm>
              <a:off x="655320" y="2119641"/>
              <a:ext cx="1934163" cy="60704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Accounting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0947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177</TotalTime>
  <Words>383</Words>
  <Application>Microsoft Office PowerPoint</Application>
  <PresentationFormat>Custom</PresentationFormat>
  <Paragraphs>165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ifti haque</dc:creator>
  <cp:lastModifiedBy>ifti haque</cp:lastModifiedBy>
  <cp:revision>3</cp:revision>
  <dcterms:created xsi:type="dcterms:W3CDTF">2023-08-20T11:02:43Z</dcterms:created>
  <dcterms:modified xsi:type="dcterms:W3CDTF">2023-08-20T14:45:38Z</dcterms:modified>
</cp:coreProperties>
</file>