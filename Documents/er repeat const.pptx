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</p:sldIdLst>
  <p:sldSz cx="17610138" cy="9906000"/>
  <p:notesSz cx="6858000" cy="9144000"/>
  <p:defaultTextStyle>
    <a:defPPr>
      <a:defRPr lang="en-US"/>
    </a:defPPr>
    <a:lvl1pPr marL="0" algn="l" defTabSz="45714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45" algn="l" defTabSz="45714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289" algn="l" defTabSz="45714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436" algn="l" defTabSz="45714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581" algn="l" defTabSz="45714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725" algn="l" defTabSz="45714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2870" algn="l" defTabSz="45714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200016" algn="l" defTabSz="45714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7161" algn="l" defTabSz="45714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414" autoAdjust="0"/>
    <p:restoredTop sz="94660"/>
  </p:normalViewPr>
  <p:slideViewPr>
    <p:cSldViewPr snapToGrid="0">
      <p:cViewPr>
        <p:scale>
          <a:sx n="66" d="100"/>
          <a:sy n="66" d="100"/>
        </p:scale>
        <p:origin x="-192" y="-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1267" y="1621191"/>
            <a:ext cx="13207604" cy="3448756"/>
          </a:xfrm>
        </p:spPr>
        <p:txBody>
          <a:bodyPr anchor="b"/>
          <a:lstStyle>
            <a:lvl1pPr algn="ctr">
              <a:defRPr sz="866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1267" y="5202944"/>
            <a:ext cx="13207604" cy="2391656"/>
          </a:xfrm>
        </p:spPr>
        <p:txBody>
          <a:bodyPr/>
          <a:lstStyle>
            <a:lvl1pPr marL="0" indent="0" algn="ctr">
              <a:buNone/>
              <a:defRPr sz="3467"/>
            </a:lvl1pPr>
            <a:lvl2pPr marL="660352" indent="0" algn="ctr">
              <a:buNone/>
              <a:defRPr sz="2889"/>
            </a:lvl2pPr>
            <a:lvl3pPr marL="1320701" indent="0" algn="ctr">
              <a:buNone/>
              <a:defRPr sz="2601"/>
            </a:lvl3pPr>
            <a:lvl4pPr marL="1981053" indent="0" algn="ctr">
              <a:buNone/>
              <a:defRPr sz="2311"/>
            </a:lvl4pPr>
            <a:lvl5pPr marL="2641403" indent="0" algn="ctr">
              <a:buNone/>
              <a:defRPr sz="2311"/>
            </a:lvl5pPr>
            <a:lvl6pPr marL="3301754" indent="0" algn="ctr">
              <a:buNone/>
              <a:defRPr sz="2311"/>
            </a:lvl6pPr>
            <a:lvl7pPr marL="3962104" indent="0" algn="ctr">
              <a:buNone/>
              <a:defRPr sz="2311"/>
            </a:lvl7pPr>
            <a:lvl8pPr marL="4622456" indent="0" algn="ctr">
              <a:buNone/>
              <a:defRPr sz="2311"/>
            </a:lvl8pPr>
            <a:lvl9pPr marL="5282805" indent="0" algn="ctr">
              <a:buNone/>
              <a:defRPr sz="231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466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908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1526" y="2469622"/>
            <a:ext cx="15188744" cy="4120620"/>
          </a:xfrm>
        </p:spPr>
        <p:txBody>
          <a:bodyPr anchor="b"/>
          <a:lstStyle>
            <a:lvl1pPr>
              <a:defRPr sz="866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1526" y="6629226"/>
            <a:ext cx="15188744" cy="2166937"/>
          </a:xfrm>
        </p:spPr>
        <p:txBody>
          <a:bodyPr/>
          <a:lstStyle>
            <a:lvl1pPr marL="0" indent="0">
              <a:buNone/>
              <a:defRPr sz="3467">
                <a:solidFill>
                  <a:schemeClr val="tx1">
                    <a:tint val="75000"/>
                  </a:schemeClr>
                </a:solidFill>
              </a:defRPr>
            </a:lvl1pPr>
            <a:lvl2pPr marL="660352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2pPr>
            <a:lvl3pPr marL="1320701" indent="0">
              <a:buNone/>
              <a:defRPr sz="2601">
                <a:solidFill>
                  <a:schemeClr val="tx1">
                    <a:tint val="75000"/>
                  </a:schemeClr>
                </a:solidFill>
              </a:defRPr>
            </a:lvl3pPr>
            <a:lvl4pPr marL="1981053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4pPr>
            <a:lvl5pPr marL="2641403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5pPr>
            <a:lvl6pPr marL="3301754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6pPr>
            <a:lvl7pPr marL="3962104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7pPr>
            <a:lvl8pPr marL="4622456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8pPr>
            <a:lvl9pPr marL="5282805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789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0698" y="2637014"/>
            <a:ext cx="7484309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15133" y="2637014"/>
            <a:ext cx="7484309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245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992" y="527405"/>
            <a:ext cx="15188744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2991" y="2428348"/>
            <a:ext cx="7449913" cy="1190095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52" indent="0">
              <a:buNone/>
              <a:defRPr sz="2889" b="1"/>
            </a:lvl2pPr>
            <a:lvl3pPr marL="1320701" indent="0">
              <a:buNone/>
              <a:defRPr sz="2601" b="1"/>
            </a:lvl3pPr>
            <a:lvl4pPr marL="1981053" indent="0">
              <a:buNone/>
              <a:defRPr sz="2311" b="1"/>
            </a:lvl4pPr>
            <a:lvl5pPr marL="2641403" indent="0">
              <a:buNone/>
              <a:defRPr sz="2311" b="1"/>
            </a:lvl5pPr>
            <a:lvl6pPr marL="3301754" indent="0">
              <a:buNone/>
              <a:defRPr sz="2311" b="1"/>
            </a:lvl6pPr>
            <a:lvl7pPr marL="3962104" indent="0">
              <a:buNone/>
              <a:defRPr sz="2311" b="1"/>
            </a:lvl7pPr>
            <a:lvl8pPr marL="4622456" indent="0">
              <a:buNone/>
              <a:defRPr sz="2311" b="1"/>
            </a:lvl8pPr>
            <a:lvl9pPr marL="5282805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2991" y="3618443"/>
            <a:ext cx="744991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915133" y="2428348"/>
            <a:ext cx="7486602" cy="1190095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52" indent="0">
              <a:buNone/>
              <a:defRPr sz="2889" b="1"/>
            </a:lvl2pPr>
            <a:lvl3pPr marL="1320701" indent="0">
              <a:buNone/>
              <a:defRPr sz="2601" b="1"/>
            </a:lvl3pPr>
            <a:lvl4pPr marL="1981053" indent="0">
              <a:buNone/>
              <a:defRPr sz="2311" b="1"/>
            </a:lvl4pPr>
            <a:lvl5pPr marL="2641403" indent="0">
              <a:buNone/>
              <a:defRPr sz="2311" b="1"/>
            </a:lvl5pPr>
            <a:lvl6pPr marL="3301754" indent="0">
              <a:buNone/>
              <a:defRPr sz="2311" b="1"/>
            </a:lvl6pPr>
            <a:lvl7pPr marL="3962104" indent="0">
              <a:buNone/>
              <a:defRPr sz="2311" b="1"/>
            </a:lvl7pPr>
            <a:lvl8pPr marL="4622456" indent="0">
              <a:buNone/>
              <a:defRPr sz="2311" b="1"/>
            </a:lvl8pPr>
            <a:lvl9pPr marL="5282805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915133" y="3618443"/>
            <a:ext cx="7486602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111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808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152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993" y="660400"/>
            <a:ext cx="5679726" cy="2311400"/>
          </a:xfrm>
        </p:spPr>
        <p:txBody>
          <a:bodyPr anchor="b"/>
          <a:lstStyle>
            <a:lvl1pPr>
              <a:defRPr sz="46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86604" y="1426283"/>
            <a:ext cx="8915131" cy="7039681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2993" y="2971800"/>
            <a:ext cx="5679726" cy="5505627"/>
          </a:xfrm>
        </p:spPr>
        <p:txBody>
          <a:bodyPr/>
          <a:lstStyle>
            <a:lvl1pPr marL="0" indent="0">
              <a:buNone/>
              <a:defRPr sz="2311"/>
            </a:lvl1pPr>
            <a:lvl2pPr marL="660352" indent="0">
              <a:buNone/>
              <a:defRPr sz="2021"/>
            </a:lvl2pPr>
            <a:lvl3pPr marL="1320701" indent="0">
              <a:buNone/>
              <a:defRPr sz="1733"/>
            </a:lvl3pPr>
            <a:lvl4pPr marL="1981053" indent="0">
              <a:buNone/>
              <a:defRPr sz="1443"/>
            </a:lvl4pPr>
            <a:lvl5pPr marL="2641403" indent="0">
              <a:buNone/>
              <a:defRPr sz="1443"/>
            </a:lvl5pPr>
            <a:lvl6pPr marL="3301754" indent="0">
              <a:buNone/>
              <a:defRPr sz="1443"/>
            </a:lvl6pPr>
            <a:lvl7pPr marL="3962104" indent="0">
              <a:buNone/>
              <a:defRPr sz="1443"/>
            </a:lvl7pPr>
            <a:lvl8pPr marL="4622456" indent="0">
              <a:buNone/>
              <a:defRPr sz="1443"/>
            </a:lvl8pPr>
            <a:lvl9pPr marL="5282805" indent="0">
              <a:buNone/>
              <a:defRPr sz="144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335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993" y="660400"/>
            <a:ext cx="5679726" cy="2311400"/>
          </a:xfrm>
        </p:spPr>
        <p:txBody>
          <a:bodyPr anchor="b"/>
          <a:lstStyle>
            <a:lvl1pPr>
              <a:defRPr sz="46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6604" y="1426283"/>
            <a:ext cx="8915131" cy="7039681"/>
          </a:xfrm>
        </p:spPr>
        <p:txBody>
          <a:bodyPr anchor="t"/>
          <a:lstStyle>
            <a:lvl1pPr marL="0" indent="0">
              <a:buNone/>
              <a:defRPr sz="4622"/>
            </a:lvl1pPr>
            <a:lvl2pPr marL="660352" indent="0">
              <a:buNone/>
              <a:defRPr sz="4044"/>
            </a:lvl2pPr>
            <a:lvl3pPr marL="1320701" indent="0">
              <a:buNone/>
              <a:defRPr sz="3467"/>
            </a:lvl3pPr>
            <a:lvl4pPr marL="1981053" indent="0">
              <a:buNone/>
              <a:defRPr sz="2889"/>
            </a:lvl4pPr>
            <a:lvl5pPr marL="2641403" indent="0">
              <a:buNone/>
              <a:defRPr sz="2889"/>
            </a:lvl5pPr>
            <a:lvl6pPr marL="3301754" indent="0">
              <a:buNone/>
              <a:defRPr sz="2889"/>
            </a:lvl6pPr>
            <a:lvl7pPr marL="3962104" indent="0">
              <a:buNone/>
              <a:defRPr sz="2889"/>
            </a:lvl7pPr>
            <a:lvl8pPr marL="4622456" indent="0">
              <a:buNone/>
              <a:defRPr sz="2889"/>
            </a:lvl8pPr>
            <a:lvl9pPr marL="5282805" indent="0">
              <a:buNone/>
              <a:defRPr sz="288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2993" y="2971800"/>
            <a:ext cx="5679726" cy="5505627"/>
          </a:xfrm>
        </p:spPr>
        <p:txBody>
          <a:bodyPr/>
          <a:lstStyle>
            <a:lvl1pPr marL="0" indent="0">
              <a:buNone/>
              <a:defRPr sz="2311"/>
            </a:lvl1pPr>
            <a:lvl2pPr marL="660352" indent="0">
              <a:buNone/>
              <a:defRPr sz="2021"/>
            </a:lvl2pPr>
            <a:lvl3pPr marL="1320701" indent="0">
              <a:buNone/>
              <a:defRPr sz="1733"/>
            </a:lvl3pPr>
            <a:lvl4pPr marL="1981053" indent="0">
              <a:buNone/>
              <a:defRPr sz="1443"/>
            </a:lvl4pPr>
            <a:lvl5pPr marL="2641403" indent="0">
              <a:buNone/>
              <a:defRPr sz="1443"/>
            </a:lvl5pPr>
            <a:lvl6pPr marL="3301754" indent="0">
              <a:buNone/>
              <a:defRPr sz="1443"/>
            </a:lvl6pPr>
            <a:lvl7pPr marL="3962104" indent="0">
              <a:buNone/>
              <a:defRPr sz="1443"/>
            </a:lvl7pPr>
            <a:lvl8pPr marL="4622456" indent="0">
              <a:buNone/>
              <a:defRPr sz="1443"/>
            </a:lvl8pPr>
            <a:lvl9pPr marL="5282805" indent="0">
              <a:buNone/>
              <a:defRPr sz="144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968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718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602255" y="527403"/>
            <a:ext cx="379718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0699" y="527403"/>
            <a:ext cx="11171432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615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0699" y="527405"/>
            <a:ext cx="15188744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0699" y="2637014"/>
            <a:ext cx="15188744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0698" y="9181397"/>
            <a:ext cx="3962281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FE27D8-1987-4D5B-8769-970CFE029684}" type="datetimeFigureOut">
              <a:rPr lang="en-US" smtClean="0"/>
              <a:t>8/20/2023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33360" y="9181397"/>
            <a:ext cx="5943422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437161" y="9181397"/>
            <a:ext cx="3962281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564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320701" rtl="0" eaLnBrk="1" latinLnBrk="0" hangingPunct="1">
        <a:lnSpc>
          <a:spcPct val="90000"/>
        </a:lnSpc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0176" indent="-330176" algn="l" defTabSz="1320701" rtl="0" eaLnBrk="1" latinLnBrk="0" hangingPunct="1">
        <a:lnSpc>
          <a:spcPct val="90000"/>
        </a:lnSpc>
        <a:spcBef>
          <a:spcPts val="1443"/>
        </a:spcBef>
        <a:buFont typeface="Arial" panose="020B0604020202020204" pitchFamily="34" charset="0"/>
        <a:buChar char="•"/>
        <a:defRPr sz="4044" kern="1200">
          <a:solidFill>
            <a:schemeClr val="tx1"/>
          </a:solidFill>
          <a:latin typeface="+mn-lt"/>
          <a:ea typeface="+mn-ea"/>
          <a:cs typeface="+mn-cs"/>
        </a:defRPr>
      </a:lvl1pPr>
      <a:lvl2pPr marL="990527" indent="-330176" algn="l" defTabSz="1320701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2pPr>
      <a:lvl3pPr marL="1650877" indent="-330176" algn="l" defTabSz="1320701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3pPr>
      <a:lvl4pPr marL="2311229" indent="-330176" algn="l" defTabSz="1320701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1" kern="1200">
          <a:solidFill>
            <a:schemeClr val="tx1"/>
          </a:solidFill>
          <a:latin typeface="+mn-lt"/>
          <a:ea typeface="+mn-ea"/>
          <a:cs typeface="+mn-cs"/>
        </a:defRPr>
      </a:lvl4pPr>
      <a:lvl5pPr marL="2971578" indent="-330176" algn="l" defTabSz="1320701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1" kern="1200">
          <a:solidFill>
            <a:schemeClr val="tx1"/>
          </a:solidFill>
          <a:latin typeface="+mn-lt"/>
          <a:ea typeface="+mn-ea"/>
          <a:cs typeface="+mn-cs"/>
        </a:defRPr>
      </a:lvl5pPr>
      <a:lvl6pPr marL="3631930" indent="-330176" algn="l" defTabSz="1320701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1" kern="1200">
          <a:solidFill>
            <a:schemeClr val="tx1"/>
          </a:solidFill>
          <a:latin typeface="+mn-lt"/>
          <a:ea typeface="+mn-ea"/>
          <a:cs typeface="+mn-cs"/>
        </a:defRPr>
      </a:lvl6pPr>
      <a:lvl7pPr marL="4292280" indent="-330176" algn="l" defTabSz="1320701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1" kern="1200">
          <a:solidFill>
            <a:schemeClr val="tx1"/>
          </a:solidFill>
          <a:latin typeface="+mn-lt"/>
          <a:ea typeface="+mn-ea"/>
          <a:cs typeface="+mn-cs"/>
        </a:defRPr>
      </a:lvl7pPr>
      <a:lvl8pPr marL="4952631" indent="-330176" algn="l" defTabSz="1320701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1" kern="1200">
          <a:solidFill>
            <a:schemeClr val="tx1"/>
          </a:solidFill>
          <a:latin typeface="+mn-lt"/>
          <a:ea typeface="+mn-ea"/>
          <a:cs typeface="+mn-cs"/>
        </a:defRPr>
      </a:lvl8pPr>
      <a:lvl9pPr marL="5612981" indent="-330176" algn="l" defTabSz="1320701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20701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1pPr>
      <a:lvl2pPr marL="660352" algn="l" defTabSz="1320701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2pPr>
      <a:lvl3pPr marL="1320701" algn="l" defTabSz="1320701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3pPr>
      <a:lvl4pPr marL="1981053" algn="l" defTabSz="1320701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4pPr>
      <a:lvl5pPr marL="2641403" algn="l" defTabSz="1320701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5pPr>
      <a:lvl6pPr marL="3301754" algn="l" defTabSz="1320701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algn="l" defTabSz="1320701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7pPr>
      <a:lvl8pPr marL="4622456" algn="l" defTabSz="1320701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8pPr>
      <a:lvl9pPr marL="5282805" algn="l" defTabSz="1320701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DC01FAA-D4EF-5473-2E1C-E153FB105095}"/>
              </a:ext>
            </a:extLst>
          </p:cNvPr>
          <p:cNvGrpSpPr/>
          <p:nvPr/>
        </p:nvGrpSpPr>
        <p:grpSpPr>
          <a:xfrm>
            <a:off x="1969306" y="871284"/>
            <a:ext cx="2116875" cy="4513582"/>
            <a:chOff x="655320" y="3197262"/>
            <a:chExt cx="1548489" cy="226347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A0AA890-C5A3-7CCF-3FFE-5C1BECE0431A}"/>
                </a:ext>
              </a:extLst>
            </p:cNvPr>
            <p:cNvSpPr/>
            <p:nvPr/>
          </p:nvSpPr>
          <p:spPr>
            <a:xfrm>
              <a:off x="655320" y="3426132"/>
              <a:ext cx="1548489" cy="2034600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Std_ID</a:t>
              </a:r>
              <a:endPara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std_Name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Contact_Details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{Phone Number}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Blood Group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Address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District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Thana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Road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House No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Date Of Birth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Class 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Gender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Guardian Details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Guardian_Name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{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Guardian_Phn_Num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NID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Relation</a:t>
              </a: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Tution_Fee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Payment_Status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818E3DC-0F89-8BAD-5B11-6A7296C193DB}"/>
                </a:ext>
              </a:extLst>
            </p:cNvPr>
            <p:cNvSpPr/>
            <p:nvPr/>
          </p:nvSpPr>
          <p:spPr>
            <a:xfrm>
              <a:off x="655320" y="3197262"/>
              <a:ext cx="1548489" cy="228231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3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Student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42C77B5-1B45-EAB4-F6B6-06FEC920A4C3}"/>
              </a:ext>
            </a:extLst>
          </p:cNvPr>
          <p:cNvGrpSpPr/>
          <p:nvPr/>
        </p:nvGrpSpPr>
        <p:grpSpPr>
          <a:xfrm>
            <a:off x="9288499" y="619305"/>
            <a:ext cx="1877567" cy="3296818"/>
            <a:chOff x="655320" y="3285422"/>
            <a:chExt cx="1267862" cy="160386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E993DBD-C04A-FD88-19E1-CFF89AB5AC09}"/>
                </a:ext>
              </a:extLst>
            </p:cNvPr>
            <p:cNvSpPr/>
            <p:nvPr/>
          </p:nvSpPr>
          <p:spPr>
            <a:xfrm>
              <a:off x="655320" y="3461334"/>
              <a:ext cx="1267862" cy="1427957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Teachers_ID</a:t>
              </a:r>
              <a:endPara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Teachers_Name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{Course}</a:t>
              </a: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Department_Name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Educational_Qualification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Degree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Department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Result</a:t>
              </a: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Employment_Details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Joining Date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Position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Salary</a:t>
              </a: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Contact_Details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{Phone Number}</a:t>
              </a: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Teacher_Picture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806992C-F6F9-D189-4215-7C595D8FE8DC}"/>
                </a:ext>
              </a:extLst>
            </p:cNvPr>
            <p:cNvSpPr/>
            <p:nvPr/>
          </p:nvSpPr>
          <p:spPr>
            <a:xfrm>
              <a:off x="655320" y="3285422"/>
              <a:ext cx="1267862" cy="175912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3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Teachers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76ACCCB-7FF1-E1E7-F0E5-F0B09E09F4CA}"/>
              </a:ext>
            </a:extLst>
          </p:cNvPr>
          <p:cNvGrpSpPr/>
          <p:nvPr/>
        </p:nvGrpSpPr>
        <p:grpSpPr>
          <a:xfrm>
            <a:off x="9955383" y="4072019"/>
            <a:ext cx="1210691" cy="880112"/>
            <a:chOff x="4737100" y="5625844"/>
            <a:chExt cx="1094740" cy="145123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9FC5A1AB-9C5B-0E81-8760-ACCD5A9E23F6}"/>
                </a:ext>
              </a:extLst>
            </p:cNvPr>
            <p:cNvGrpSpPr/>
            <p:nvPr/>
          </p:nvGrpSpPr>
          <p:grpSpPr>
            <a:xfrm>
              <a:off x="4769485" y="5672424"/>
              <a:ext cx="1026160" cy="1340741"/>
              <a:chOff x="655320" y="3252053"/>
              <a:chExt cx="1559560" cy="2558137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76F92C9E-442B-8328-9695-A4CB3B85E0F3}"/>
                  </a:ext>
                </a:extLst>
              </p:cNvPr>
              <p:cNvSpPr/>
              <p:nvPr/>
            </p:nvSpPr>
            <p:spPr>
              <a:xfrm>
                <a:off x="655320" y="3774440"/>
                <a:ext cx="1559560" cy="2035750"/>
              </a:xfrm>
              <a:prstGeom prst="rect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200" u="sng" dirty="0" err="1"/>
                  <a:t>Attendence_ID</a:t>
                </a:r>
                <a:endParaRPr lang="en-US" sz="1200" u="sng" dirty="0"/>
              </a:p>
              <a:p>
                <a:r>
                  <a:rPr lang="en-US" sz="1200" dirty="0"/>
                  <a:t>Date</a:t>
                </a:r>
              </a:p>
              <a:p>
                <a:r>
                  <a:rPr lang="en-US" sz="1200" dirty="0"/>
                  <a:t>Status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EF001A7-F49E-00F2-7684-CF6CFF591C99}"/>
                  </a:ext>
                </a:extLst>
              </p:cNvPr>
              <p:cNvSpPr/>
              <p:nvPr/>
            </p:nvSpPr>
            <p:spPr>
              <a:xfrm>
                <a:off x="655320" y="3252053"/>
                <a:ext cx="1559560" cy="666582"/>
              </a:xfrm>
              <a:prstGeom prst="rect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>
                  <a:lnSpc>
                    <a:spcPct val="300000"/>
                  </a:lnSpc>
                </a:pPr>
                <a:r>
                  <a:rPr lang="en-US" sz="1403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Attendence</a:t>
                </a:r>
                <a:endParaRPr lang="en-US" sz="1403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403" dirty="0">
                  <a:ln w="9525">
                    <a:solidFill>
                      <a:schemeClr val="tx1"/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9" name="Frame 28">
              <a:extLst>
                <a:ext uri="{FF2B5EF4-FFF2-40B4-BE49-F238E27FC236}">
                  <a16:creationId xmlns:a16="http://schemas.microsoft.com/office/drawing/2014/main" id="{CBDA1207-B584-2445-F546-BE58DC297280}"/>
                </a:ext>
              </a:extLst>
            </p:cNvPr>
            <p:cNvSpPr/>
            <p:nvPr/>
          </p:nvSpPr>
          <p:spPr>
            <a:xfrm>
              <a:off x="4737100" y="5625844"/>
              <a:ext cx="1094740" cy="1451230"/>
            </a:xfrm>
            <a:prstGeom prst="frame">
              <a:avLst>
                <a:gd name="adj1" fmla="val 338"/>
              </a:avLst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97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F272215-53ED-DD36-A296-A1FC4C5CF889}"/>
              </a:ext>
            </a:extLst>
          </p:cNvPr>
          <p:cNvGrpSpPr/>
          <p:nvPr/>
        </p:nvGrpSpPr>
        <p:grpSpPr>
          <a:xfrm>
            <a:off x="9841079" y="5180190"/>
            <a:ext cx="1435088" cy="1231773"/>
            <a:chOff x="4737100" y="5748020"/>
            <a:chExt cx="1094740" cy="1329055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98EADC7E-8B8E-82D5-8899-F17CC15A757E}"/>
                </a:ext>
              </a:extLst>
            </p:cNvPr>
            <p:cNvGrpSpPr/>
            <p:nvPr/>
          </p:nvGrpSpPr>
          <p:grpSpPr>
            <a:xfrm>
              <a:off x="4769485" y="5814121"/>
              <a:ext cx="1026160" cy="1198524"/>
              <a:chOff x="655320" y="3522407"/>
              <a:chExt cx="1559560" cy="2286785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2C9D64D0-DAC7-5D32-FB2F-10FA6E20B473}"/>
                  </a:ext>
                </a:extLst>
              </p:cNvPr>
              <p:cNvSpPr/>
              <p:nvPr/>
            </p:nvSpPr>
            <p:spPr>
              <a:xfrm>
                <a:off x="655320" y="3773442"/>
                <a:ext cx="1559560" cy="2035750"/>
              </a:xfrm>
              <a:prstGeom prst="rect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Class_time</a:t>
                </a:r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Duration</a:t>
                </a: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Class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57EE9B58-8BFF-CC92-1595-CBBF57F7313C}"/>
                  </a:ext>
                </a:extLst>
              </p:cNvPr>
              <p:cNvSpPr/>
              <p:nvPr/>
            </p:nvSpPr>
            <p:spPr>
              <a:xfrm>
                <a:off x="655320" y="3522407"/>
                <a:ext cx="1559560" cy="590529"/>
              </a:xfrm>
              <a:prstGeom prst="rect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>
                  <a:lnSpc>
                    <a:spcPct val="300000"/>
                  </a:lnSpc>
                </a:pPr>
                <a:r>
                  <a:rPr lang="en-US" sz="1403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 Duration</a:t>
                </a:r>
              </a:p>
              <a:p>
                <a:pPr algn="ctr"/>
                <a:endParaRPr lang="en-US" sz="1403" dirty="0">
                  <a:ln w="9525">
                    <a:solidFill>
                      <a:schemeClr val="tx1"/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3" name="Frame 32">
              <a:extLst>
                <a:ext uri="{FF2B5EF4-FFF2-40B4-BE49-F238E27FC236}">
                  <a16:creationId xmlns:a16="http://schemas.microsoft.com/office/drawing/2014/main" id="{52444191-4AC2-AA0F-F944-D5100FFE808B}"/>
                </a:ext>
              </a:extLst>
            </p:cNvPr>
            <p:cNvSpPr/>
            <p:nvPr/>
          </p:nvSpPr>
          <p:spPr>
            <a:xfrm>
              <a:off x="4737100" y="5748020"/>
              <a:ext cx="1094740" cy="1329055"/>
            </a:xfrm>
            <a:prstGeom prst="frame">
              <a:avLst>
                <a:gd name="adj1" fmla="val 338"/>
              </a:avLst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97">
                <a:solidFill>
                  <a:schemeClr val="tx1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DE178B6-DB27-7B73-9C26-C26A73EADAD5}"/>
              </a:ext>
            </a:extLst>
          </p:cNvPr>
          <p:cNvGrpSpPr/>
          <p:nvPr/>
        </p:nvGrpSpPr>
        <p:grpSpPr>
          <a:xfrm>
            <a:off x="6088872" y="5496611"/>
            <a:ext cx="1768084" cy="1830685"/>
            <a:chOff x="4737100" y="5748020"/>
            <a:chExt cx="1094740" cy="1329055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56AECC26-6A13-976B-5AE6-43D7A2570670}"/>
                </a:ext>
              </a:extLst>
            </p:cNvPr>
            <p:cNvGrpSpPr/>
            <p:nvPr/>
          </p:nvGrpSpPr>
          <p:grpSpPr>
            <a:xfrm>
              <a:off x="4769485" y="5814123"/>
              <a:ext cx="1026160" cy="1198522"/>
              <a:chOff x="655320" y="3522411"/>
              <a:chExt cx="1559560" cy="2286781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8ADD635-133C-5E98-4136-63EF2F777438}"/>
                  </a:ext>
                </a:extLst>
              </p:cNvPr>
              <p:cNvSpPr/>
              <p:nvPr/>
            </p:nvSpPr>
            <p:spPr>
              <a:xfrm>
                <a:off x="655320" y="3773442"/>
                <a:ext cx="1559560" cy="2035750"/>
              </a:xfrm>
              <a:prstGeom prst="rect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200" u="sng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Result_ID</a:t>
                </a:r>
                <a:endParaRPr lang="en-US" sz="1200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Subject_ID</a:t>
                </a:r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Marks Obtained</a:t>
                </a: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Grade</a:t>
                </a: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CGPA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B1D076F6-CCC3-159F-1408-BCD655EC29EC}"/>
                  </a:ext>
                </a:extLst>
              </p:cNvPr>
              <p:cNvSpPr/>
              <p:nvPr/>
            </p:nvSpPr>
            <p:spPr>
              <a:xfrm>
                <a:off x="655320" y="3522411"/>
                <a:ext cx="1559560" cy="465632"/>
              </a:xfrm>
              <a:prstGeom prst="rect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300000"/>
                  </a:lnSpc>
                </a:pPr>
                <a:r>
                  <a:rPr lang="en-US" sz="1403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Result</a:t>
                </a:r>
              </a:p>
              <a:p>
                <a:pPr algn="ctr"/>
                <a:endParaRPr lang="en-US" sz="1403" dirty="0">
                  <a:ln w="9525">
                    <a:solidFill>
                      <a:schemeClr val="tx1"/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9" name="Frame 38">
              <a:extLst>
                <a:ext uri="{FF2B5EF4-FFF2-40B4-BE49-F238E27FC236}">
                  <a16:creationId xmlns:a16="http://schemas.microsoft.com/office/drawing/2014/main" id="{0D24B334-97BD-FEBE-A0D7-56ED1151E771}"/>
                </a:ext>
              </a:extLst>
            </p:cNvPr>
            <p:cNvSpPr/>
            <p:nvPr/>
          </p:nvSpPr>
          <p:spPr>
            <a:xfrm>
              <a:off x="4737100" y="5748020"/>
              <a:ext cx="1094740" cy="1329055"/>
            </a:xfrm>
            <a:prstGeom prst="frame">
              <a:avLst>
                <a:gd name="adj1" fmla="val 338"/>
              </a:avLst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97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84033E6-017B-15ED-B691-B26E66ABA802}"/>
              </a:ext>
            </a:extLst>
          </p:cNvPr>
          <p:cNvGrpSpPr/>
          <p:nvPr/>
        </p:nvGrpSpPr>
        <p:grpSpPr>
          <a:xfrm>
            <a:off x="8197852" y="5587663"/>
            <a:ext cx="1435088" cy="850684"/>
            <a:chOff x="655320" y="3285420"/>
            <a:chExt cx="1267862" cy="1430895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354BBC9-13CC-3518-3BBF-DDA54D996EE3}"/>
                </a:ext>
              </a:extLst>
            </p:cNvPr>
            <p:cNvSpPr/>
            <p:nvPr/>
          </p:nvSpPr>
          <p:spPr>
            <a:xfrm>
              <a:off x="655320" y="3714643"/>
              <a:ext cx="1267862" cy="1001672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Department_ID</a:t>
              </a:r>
              <a:endPara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Department_Name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Faculty List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9054098-00A9-CCFC-2887-A7B64E404C1F}"/>
                </a:ext>
              </a:extLst>
            </p:cNvPr>
            <p:cNvSpPr/>
            <p:nvPr/>
          </p:nvSpPr>
          <p:spPr>
            <a:xfrm>
              <a:off x="655320" y="3285420"/>
              <a:ext cx="1267862" cy="429223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3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Department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D049FFF-2AEE-D045-8032-782A59B9DF65}"/>
              </a:ext>
            </a:extLst>
          </p:cNvPr>
          <p:cNvGrpSpPr/>
          <p:nvPr/>
        </p:nvGrpSpPr>
        <p:grpSpPr>
          <a:xfrm>
            <a:off x="7999279" y="7755248"/>
            <a:ext cx="1116697" cy="811529"/>
            <a:chOff x="655320" y="2630915"/>
            <a:chExt cx="1548489" cy="2829816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9BE545B-787C-2FFF-D412-E5AD235971BB}"/>
                </a:ext>
              </a:extLst>
            </p:cNvPr>
            <p:cNvSpPr/>
            <p:nvPr/>
          </p:nvSpPr>
          <p:spPr>
            <a:xfrm>
              <a:off x="655320" y="3426132"/>
              <a:ext cx="1548489" cy="2034599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Subject_ID</a:t>
              </a:r>
              <a:endPara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Subject_Name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5D5E4483-A434-6D32-5649-3EEF7716E7D5}"/>
                </a:ext>
              </a:extLst>
            </p:cNvPr>
            <p:cNvSpPr/>
            <p:nvPr/>
          </p:nvSpPr>
          <p:spPr>
            <a:xfrm>
              <a:off x="655320" y="2630915"/>
              <a:ext cx="1548489" cy="795216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3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Subject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C34FDDF-2CE2-E638-D499-83774557B4FE}"/>
              </a:ext>
            </a:extLst>
          </p:cNvPr>
          <p:cNvGrpSpPr/>
          <p:nvPr/>
        </p:nvGrpSpPr>
        <p:grpSpPr>
          <a:xfrm>
            <a:off x="6088876" y="7712779"/>
            <a:ext cx="1116697" cy="1445896"/>
            <a:chOff x="655320" y="2630915"/>
            <a:chExt cx="1548489" cy="2829816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C40A28DE-5E41-6BEC-4EA8-8B44E285022A}"/>
                </a:ext>
              </a:extLst>
            </p:cNvPr>
            <p:cNvSpPr/>
            <p:nvPr/>
          </p:nvSpPr>
          <p:spPr>
            <a:xfrm>
              <a:off x="655320" y="3426132"/>
              <a:ext cx="1548489" cy="2034599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Staff_ID</a:t>
              </a:r>
              <a:endPara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Staff_Name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Staff_Position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Staff_Salary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Staff_Picture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8406D62-B2F3-5F78-C0F8-6FF3AF6E3E72}"/>
                </a:ext>
              </a:extLst>
            </p:cNvPr>
            <p:cNvSpPr/>
            <p:nvPr/>
          </p:nvSpPr>
          <p:spPr>
            <a:xfrm>
              <a:off x="655320" y="2630915"/>
              <a:ext cx="1548489" cy="795216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3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Staff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CEF5E6B-B0C8-40F7-916C-B00E2E854346}"/>
              </a:ext>
            </a:extLst>
          </p:cNvPr>
          <p:cNvGrpSpPr/>
          <p:nvPr/>
        </p:nvGrpSpPr>
        <p:grpSpPr>
          <a:xfrm>
            <a:off x="10227292" y="7188947"/>
            <a:ext cx="1435088" cy="1453997"/>
            <a:chOff x="655320" y="2119641"/>
            <a:chExt cx="1934163" cy="3367658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11369FF-B3DD-F421-A006-E6548DA0BADE}"/>
                </a:ext>
              </a:extLst>
            </p:cNvPr>
            <p:cNvSpPr/>
            <p:nvPr/>
          </p:nvSpPr>
          <p:spPr>
            <a:xfrm>
              <a:off x="655320" y="2726683"/>
              <a:ext cx="1934163" cy="2760616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l"/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l"/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User_ID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l"/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User_name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l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Password</a:t>
              </a:r>
            </a:p>
            <a:p>
              <a:pPr algn="l"/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UserType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(Student/Teacher/</a:t>
              </a:r>
            </a:p>
            <a:p>
              <a:pPr algn="l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Faculty/Staff)</a:t>
              </a:r>
            </a:p>
            <a:p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012AE74-432B-794E-AA21-2D5A53D7A579}"/>
                </a:ext>
              </a:extLst>
            </p:cNvPr>
            <p:cNvSpPr/>
            <p:nvPr/>
          </p:nvSpPr>
          <p:spPr>
            <a:xfrm>
              <a:off x="655320" y="2119641"/>
              <a:ext cx="1934163" cy="607043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3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29025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24EF7AD-95EF-1EB3-AA79-A2DC85DF293B}"/>
              </a:ext>
            </a:extLst>
          </p:cNvPr>
          <p:cNvGrpSpPr/>
          <p:nvPr/>
        </p:nvGrpSpPr>
        <p:grpSpPr>
          <a:xfrm>
            <a:off x="2453647" y="2468884"/>
            <a:ext cx="1402081" cy="650240"/>
            <a:chOff x="2453640" y="2468880"/>
            <a:chExt cx="4561840" cy="2214880"/>
          </a:xfrm>
        </p:grpSpPr>
        <p:sp>
          <p:nvSpPr>
            <p:cNvPr id="6" name="Diamond 5">
              <a:extLst>
                <a:ext uri="{FF2B5EF4-FFF2-40B4-BE49-F238E27FC236}">
                  <a16:creationId xmlns:a16="http://schemas.microsoft.com/office/drawing/2014/main" id="{3B585086-F8E7-C458-3994-38DDCA115B98}"/>
                </a:ext>
              </a:extLst>
            </p:cNvPr>
            <p:cNvSpPr/>
            <p:nvPr/>
          </p:nvSpPr>
          <p:spPr>
            <a:xfrm>
              <a:off x="2453640" y="2468880"/>
              <a:ext cx="4561840" cy="2214880"/>
            </a:xfrm>
            <a:prstGeom prst="diamond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97" dirty="0"/>
            </a:p>
          </p:txBody>
        </p:sp>
        <p:sp>
          <p:nvSpPr>
            <p:cNvPr id="4" name="Diamond 3">
              <a:extLst>
                <a:ext uri="{FF2B5EF4-FFF2-40B4-BE49-F238E27FC236}">
                  <a16:creationId xmlns:a16="http://schemas.microsoft.com/office/drawing/2014/main" id="{F9685332-D950-3630-0FC4-DB89DCBC8958}"/>
                </a:ext>
              </a:extLst>
            </p:cNvPr>
            <p:cNvSpPr/>
            <p:nvPr/>
          </p:nvSpPr>
          <p:spPr>
            <a:xfrm>
              <a:off x="2616648" y="2561067"/>
              <a:ext cx="4235823" cy="2030506"/>
            </a:xfrm>
            <a:prstGeom prst="diamond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3" dirty="0" err="1"/>
                <a:t>Atnd_Stu</a:t>
              </a:r>
              <a:endParaRPr lang="en-US" sz="1403" dirty="0"/>
            </a:p>
          </p:txBody>
        </p:sp>
      </p:grpSp>
      <p:sp>
        <p:nvSpPr>
          <p:cNvPr id="5" name="Diamond 4">
            <a:extLst>
              <a:ext uri="{FF2B5EF4-FFF2-40B4-BE49-F238E27FC236}">
                <a16:creationId xmlns:a16="http://schemas.microsoft.com/office/drawing/2014/main" id="{4862AD92-91F1-98CE-3651-F85FB24BBD42}"/>
              </a:ext>
            </a:extLst>
          </p:cNvPr>
          <p:cNvSpPr/>
          <p:nvPr/>
        </p:nvSpPr>
        <p:spPr>
          <a:xfrm>
            <a:off x="4628931" y="2468888"/>
            <a:ext cx="1784570" cy="751465"/>
          </a:xfrm>
          <a:prstGeom prst="diamond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3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Teaching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1E8DD57-7B0D-F832-A4A7-5591829FA841}"/>
              </a:ext>
            </a:extLst>
          </p:cNvPr>
          <p:cNvGrpSpPr/>
          <p:nvPr/>
        </p:nvGrpSpPr>
        <p:grpSpPr>
          <a:xfrm>
            <a:off x="2336799" y="3683005"/>
            <a:ext cx="1518920" cy="812800"/>
            <a:chOff x="2453640" y="2468880"/>
            <a:chExt cx="4561840" cy="2214880"/>
          </a:xfrm>
        </p:grpSpPr>
        <p:sp>
          <p:nvSpPr>
            <p:cNvPr id="9" name="Diamond 8">
              <a:extLst>
                <a:ext uri="{FF2B5EF4-FFF2-40B4-BE49-F238E27FC236}">
                  <a16:creationId xmlns:a16="http://schemas.microsoft.com/office/drawing/2014/main" id="{56483C6A-81A7-4F0B-21B2-14E1E3E611BC}"/>
                </a:ext>
              </a:extLst>
            </p:cNvPr>
            <p:cNvSpPr/>
            <p:nvPr/>
          </p:nvSpPr>
          <p:spPr>
            <a:xfrm>
              <a:off x="2453640" y="2468880"/>
              <a:ext cx="4561840" cy="2214880"/>
            </a:xfrm>
            <a:prstGeom prst="diamond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97" dirty="0"/>
            </a:p>
          </p:txBody>
        </p:sp>
        <p:sp>
          <p:nvSpPr>
            <p:cNvPr id="10" name="Diamond 9">
              <a:extLst>
                <a:ext uri="{FF2B5EF4-FFF2-40B4-BE49-F238E27FC236}">
                  <a16:creationId xmlns:a16="http://schemas.microsoft.com/office/drawing/2014/main" id="{ADD1553C-55E9-BF0C-DDD8-A5B63182FB5F}"/>
                </a:ext>
              </a:extLst>
            </p:cNvPr>
            <p:cNvSpPr/>
            <p:nvPr/>
          </p:nvSpPr>
          <p:spPr>
            <a:xfrm>
              <a:off x="2616648" y="2561067"/>
              <a:ext cx="4235823" cy="2030506"/>
            </a:xfrm>
            <a:prstGeom prst="diamond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3" dirty="0"/>
                <a:t>Take_</a:t>
              </a:r>
            </a:p>
            <a:p>
              <a:pPr algn="ctr"/>
              <a:r>
                <a:rPr lang="en-US" sz="1403" dirty="0"/>
                <a:t>Classes</a:t>
              </a:r>
            </a:p>
          </p:txBody>
        </p:sp>
      </p:grpSp>
      <p:sp>
        <p:nvSpPr>
          <p:cNvPr id="11" name="Diamond 10">
            <a:extLst>
              <a:ext uri="{FF2B5EF4-FFF2-40B4-BE49-F238E27FC236}">
                <a16:creationId xmlns:a16="http://schemas.microsoft.com/office/drawing/2014/main" id="{DC7FD32A-27BA-D565-02E1-A01DEAE7E932}"/>
              </a:ext>
            </a:extLst>
          </p:cNvPr>
          <p:cNvSpPr/>
          <p:nvPr/>
        </p:nvSpPr>
        <p:spPr>
          <a:xfrm>
            <a:off x="9977428" y="2431463"/>
            <a:ext cx="4235823" cy="2030506"/>
          </a:xfrm>
          <a:prstGeom prst="diamond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7" dirty="0"/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14DD3C4D-6422-8144-1992-9CC3009AD5AC}"/>
              </a:ext>
            </a:extLst>
          </p:cNvPr>
          <p:cNvSpPr/>
          <p:nvPr/>
        </p:nvSpPr>
        <p:spPr>
          <a:xfrm>
            <a:off x="13003314" y="6299927"/>
            <a:ext cx="4235823" cy="2030506"/>
          </a:xfrm>
          <a:prstGeom prst="diamond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7" dirty="0"/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1F3EE3AB-4BD1-DCE9-A824-00FD63AF1DBD}"/>
              </a:ext>
            </a:extLst>
          </p:cNvPr>
          <p:cNvSpPr/>
          <p:nvPr/>
        </p:nvSpPr>
        <p:spPr>
          <a:xfrm>
            <a:off x="13251572" y="3446718"/>
            <a:ext cx="4235823" cy="2030506"/>
          </a:xfrm>
          <a:prstGeom prst="diamond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7" dirty="0"/>
          </a:p>
        </p:txBody>
      </p:sp>
      <p:sp>
        <p:nvSpPr>
          <p:cNvPr id="14" name="Diamond 13">
            <a:extLst>
              <a:ext uri="{FF2B5EF4-FFF2-40B4-BE49-F238E27FC236}">
                <a16:creationId xmlns:a16="http://schemas.microsoft.com/office/drawing/2014/main" id="{0699AA21-ECA0-E93D-D9E4-0C1619F70D05}"/>
              </a:ext>
            </a:extLst>
          </p:cNvPr>
          <p:cNvSpPr/>
          <p:nvPr/>
        </p:nvSpPr>
        <p:spPr>
          <a:xfrm>
            <a:off x="13213985" y="763492"/>
            <a:ext cx="4235823" cy="2030506"/>
          </a:xfrm>
          <a:prstGeom prst="diamond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7" dirty="0"/>
          </a:p>
        </p:txBody>
      </p:sp>
      <p:sp>
        <p:nvSpPr>
          <p:cNvPr id="21" name="Diamond 20">
            <a:extLst>
              <a:ext uri="{FF2B5EF4-FFF2-40B4-BE49-F238E27FC236}">
                <a16:creationId xmlns:a16="http://schemas.microsoft.com/office/drawing/2014/main" id="{AE902D83-2B62-D33F-2A69-7737556AB98C}"/>
              </a:ext>
            </a:extLst>
          </p:cNvPr>
          <p:cNvSpPr/>
          <p:nvPr/>
        </p:nvSpPr>
        <p:spPr>
          <a:xfrm>
            <a:off x="4628931" y="3860805"/>
            <a:ext cx="1784570" cy="751465"/>
          </a:xfrm>
          <a:prstGeom prst="diamond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3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Persuing</a:t>
            </a:r>
            <a:endParaRPr lang="en-US" sz="1403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Diamond 21">
            <a:extLst>
              <a:ext uri="{FF2B5EF4-FFF2-40B4-BE49-F238E27FC236}">
                <a16:creationId xmlns:a16="http://schemas.microsoft.com/office/drawing/2014/main" id="{C61577BA-A95E-1819-97AA-046D2DC484EE}"/>
              </a:ext>
            </a:extLst>
          </p:cNvPr>
          <p:cNvSpPr/>
          <p:nvPr/>
        </p:nvSpPr>
        <p:spPr>
          <a:xfrm>
            <a:off x="4628931" y="5252728"/>
            <a:ext cx="1784570" cy="751465"/>
          </a:xfrm>
          <a:prstGeom prst="diamond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3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Grade</a:t>
            </a:r>
          </a:p>
        </p:txBody>
      </p:sp>
      <p:sp>
        <p:nvSpPr>
          <p:cNvPr id="23" name="Diamond 22">
            <a:extLst>
              <a:ext uri="{FF2B5EF4-FFF2-40B4-BE49-F238E27FC236}">
                <a16:creationId xmlns:a16="http://schemas.microsoft.com/office/drawing/2014/main" id="{E84F70B1-8269-CF44-A061-E590C1226033}"/>
              </a:ext>
            </a:extLst>
          </p:cNvPr>
          <p:cNvSpPr/>
          <p:nvPr/>
        </p:nvSpPr>
        <p:spPr>
          <a:xfrm>
            <a:off x="4628931" y="6644645"/>
            <a:ext cx="1784570" cy="751465"/>
          </a:xfrm>
          <a:prstGeom prst="diamond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3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Handles</a:t>
            </a:r>
          </a:p>
        </p:txBody>
      </p:sp>
      <p:sp>
        <p:nvSpPr>
          <p:cNvPr id="24" name="Diamond 23">
            <a:extLst>
              <a:ext uri="{FF2B5EF4-FFF2-40B4-BE49-F238E27FC236}">
                <a16:creationId xmlns:a16="http://schemas.microsoft.com/office/drawing/2014/main" id="{5563BEAB-B42C-32A3-B5F9-B86A2B2192C5}"/>
              </a:ext>
            </a:extLst>
          </p:cNvPr>
          <p:cNvSpPr/>
          <p:nvPr/>
        </p:nvSpPr>
        <p:spPr>
          <a:xfrm>
            <a:off x="4628931" y="8036568"/>
            <a:ext cx="1784570" cy="751465"/>
          </a:xfrm>
          <a:prstGeom prst="diamond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3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Employ</a:t>
            </a:r>
          </a:p>
        </p:txBody>
      </p:sp>
      <p:sp>
        <p:nvSpPr>
          <p:cNvPr id="25" name="Diamond 24">
            <a:extLst>
              <a:ext uri="{FF2B5EF4-FFF2-40B4-BE49-F238E27FC236}">
                <a16:creationId xmlns:a16="http://schemas.microsoft.com/office/drawing/2014/main" id="{DF832435-ED2B-2B8B-A907-E28CD421BF3C}"/>
              </a:ext>
            </a:extLst>
          </p:cNvPr>
          <p:cNvSpPr/>
          <p:nvPr/>
        </p:nvSpPr>
        <p:spPr>
          <a:xfrm>
            <a:off x="4628931" y="9428485"/>
            <a:ext cx="1784570" cy="751465"/>
          </a:xfrm>
          <a:prstGeom prst="diamond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3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Teaching</a:t>
            </a:r>
          </a:p>
        </p:txBody>
      </p:sp>
    </p:spTree>
    <p:extLst>
      <p:ext uri="{BB962C8B-B14F-4D97-AF65-F5344CB8AC3E}">
        <p14:creationId xmlns:p14="http://schemas.microsoft.com/office/powerpoint/2010/main" val="498505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DC01FAA-D4EF-5473-2E1C-E153FB105095}"/>
              </a:ext>
            </a:extLst>
          </p:cNvPr>
          <p:cNvGrpSpPr/>
          <p:nvPr/>
        </p:nvGrpSpPr>
        <p:grpSpPr>
          <a:xfrm>
            <a:off x="5882401" y="428455"/>
            <a:ext cx="2116875" cy="4513582"/>
            <a:chOff x="655320" y="3197262"/>
            <a:chExt cx="1548489" cy="226347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A0AA890-C5A3-7CCF-3FFE-5C1BECE0431A}"/>
                </a:ext>
              </a:extLst>
            </p:cNvPr>
            <p:cNvSpPr/>
            <p:nvPr/>
          </p:nvSpPr>
          <p:spPr>
            <a:xfrm>
              <a:off x="655320" y="3426132"/>
              <a:ext cx="1548489" cy="2034600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Std_ID</a:t>
              </a:r>
              <a:endPara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std_Name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Contact_Details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{Phone Number}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Blood Group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Address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District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Thana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Road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House No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Date Of Birth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Class 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Gender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Guardian Details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Guardian_Name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{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Guardian_Phn_Num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NID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Relation</a:t>
              </a: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Tution_Fee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Payment_Status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818E3DC-0F89-8BAD-5B11-6A7296C193DB}"/>
                </a:ext>
              </a:extLst>
            </p:cNvPr>
            <p:cNvSpPr/>
            <p:nvPr/>
          </p:nvSpPr>
          <p:spPr>
            <a:xfrm>
              <a:off x="655320" y="3197262"/>
              <a:ext cx="1548489" cy="228231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3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Student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42C77B5-1B45-EAB4-F6B6-06FEC920A4C3}"/>
              </a:ext>
            </a:extLst>
          </p:cNvPr>
          <p:cNvGrpSpPr/>
          <p:nvPr/>
        </p:nvGrpSpPr>
        <p:grpSpPr>
          <a:xfrm>
            <a:off x="9288499" y="619305"/>
            <a:ext cx="1877567" cy="3296818"/>
            <a:chOff x="655320" y="3285422"/>
            <a:chExt cx="1267862" cy="160386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E993DBD-C04A-FD88-19E1-CFF89AB5AC09}"/>
                </a:ext>
              </a:extLst>
            </p:cNvPr>
            <p:cNvSpPr/>
            <p:nvPr/>
          </p:nvSpPr>
          <p:spPr>
            <a:xfrm>
              <a:off x="655320" y="3461334"/>
              <a:ext cx="1267862" cy="1427957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Teachers_ID</a:t>
              </a:r>
              <a:endPara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Teachers_Name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{Course}</a:t>
              </a: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Department_Name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Educational_Qualification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Degree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Department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Result</a:t>
              </a: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Employment_Details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Joining Date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Position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Salary</a:t>
              </a: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Contact_Details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{Phone Number}</a:t>
              </a: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Teacher_Picture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806992C-F6F9-D189-4215-7C595D8FE8DC}"/>
                </a:ext>
              </a:extLst>
            </p:cNvPr>
            <p:cNvSpPr/>
            <p:nvPr/>
          </p:nvSpPr>
          <p:spPr>
            <a:xfrm>
              <a:off x="655320" y="3285422"/>
              <a:ext cx="1267862" cy="175912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3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Teachers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76ACCCB-7FF1-E1E7-F0E5-F0B09E09F4CA}"/>
              </a:ext>
            </a:extLst>
          </p:cNvPr>
          <p:cNvGrpSpPr/>
          <p:nvPr/>
        </p:nvGrpSpPr>
        <p:grpSpPr>
          <a:xfrm>
            <a:off x="9955383" y="4072019"/>
            <a:ext cx="1210691" cy="880112"/>
            <a:chOff x="4737100" y="5625844"/>
            <a:chExt cx="1094740" cy="145123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9FC5A1AB-9C5B-0E81-8760-ACCD5A9E23F6}"/>
                </a:ext>
              </a:extLst>
            </p:cNvPr>
            <p:cNvGrpSpPr/>
            <p:nvPr/>
          </p:nvGrpSpPr>
          <p:grpSpPr>
            <a:xfrm>
              <a:off x="4769485" y="5672424"/>
              <a:ext cx="1026160" cy="1340741"/>
              <a:chOff x="655320" y="3252053"/>
              <a:chExt cx="1559560" cy="2558137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76F92C9E-442B-8328-9695-A4CB3B85E0F3}"/>
                  </a:ext>
                </a:extLst>
              </p:cNvPr>
              <p:cNvSpPr/>
              <p:nvPr/>
            </p:nvSpPr>
            <p:spPr>
              <a:xfrm>
                <a:off x="655320" y="3774440"/>
                <a:ext cx="1559560" cy="2035750"/>
              </a:xfrm>
              <a:prstGeom prst="rect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200" u="sng" dirty="0" err="1"/>
                  <a:t>Attendence_ID</a:t>
                </a:r>
                <a:endParaRPr lang="en-US" sz="1200" u="sng" dirty="0"/>
              </a:p>
              <a:p>
                <a:r>
                  <a:rPr lang="en-US" sz="1200" dirty="0"/>
                  <a:t>Date</a:t>
                </a:r>
              </a:p>
              <a:p>
                <a:r>
                  <a:rPr lang="en-US" sz="1200" dirty="0"/>
                  <a:t>Status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EF001A7-F49E-00F2-7684-CF6CFF591C99}"/>
                  </a:ext>
                </a:extLst>
              </p:cNvPr>
              <p:cNvSpPr/>
              <p:nvPr/>
            </p:nvSpPr>
            <p:spPr>
              <a:xfrm>
                <a:off x="655320" y="3252053"/>
                <a:ext cx="1559560" cy="666582"/>
              </a:xfrm>
              <a:prstGeom prst="rect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>
                  <a:lnSpc>
                    <a:spcPct val="300000"/>
                  </a:lnSpc>
                </a:pPr>
                <a:r>
                  <a:rPr lang="en-US" sz="1403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Attendence</a:t>
                </a:r>
                <a:endParaRPr lang="en-US" sz="1403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403" dirty="0">
                  <a:ln w="9525">
                    <a:solidFill>
                      <a:schemeClr val="tx1"/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9" name="Frame 28">
              <a:extLst>
                <a:ext uri="{FF2B5EF4-FFF2-40B4-BE49-F238E27FC236}">
                  <a16:creationId xmlns:a16="http://schemas.microsoft.com/office/drawing/2014/main" id="{CBDA1207-B584-2445-F546-BE58DC297280}"/>
                </a:ext>
              </a:extLst>
            </p:cNvPr>
            <p:cNvSpPr/>
            <p:nvPr/>
          </p:nvSpPr>
          <p:spPr>
            <a:xfrm>
              <a:off x="4737100" y="5625844"/>
              <a:ext cx="1094740" cy="1451230"/>
            </a:xfrm>
            <a:prstGeom prst="frame">
              <a:avLst>
                <a:gd name="adj1" fmla="val 338"/>
              </a:avLst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97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F272215-53ED-DD36-A296-A1FC4C5CF889}"/>
              </a:ext>
            </a:extLst>
          </p:cNvPr>
          <p:cNvGrpSpPr/>
          <p:nvPr/>
        </p:nvGrpSpPr>
        <p:grpSpPr>
          <a:xfrm>
            <a:off x="9841079" y="5180190"/>
            <a:ext cx="1435088" cy="1231773"/>
            <a:chOff x="4737100" y="5748020"/>
            <a:chExt cx="1094740" cy="1329055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98EADC7E-8B8E-82D5-8899-F17CC15A757E}"/>
                </a:ext>
              </a:extLst>
            </p:cNvPr>
            <p:cNvGrpSpPr/>
            <p:nvPr/>
          </p:nvGrpSpPr>
          <p:grpSpPr>
            <a:xfrm>
              <a:off x="4769485" y="5814121"/>
              <a:ext cx="1026160" cy="1198524"/>
              <a:chOff x="655320" y="3522407"/>
              <a:chExt cx="1559560" cy="2286785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2C9D64D0-DAC7-5D32-FB2F-10FA6E20B473}"/>
                  </a:ext>
                </a:extLst>
              </p:cNvPr>
              <p:cNvSpPr/>
              <p:nvPr/>
            </p:nvSpPr>
            <p:spPr>
              <a:xfrm>
                <a:off x="655320" y="3773442"/>
                <a:ext cx="1559560" cy="2035750"/>
              </a:xfrm>
              <a:prstGeom prst="rect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Class_time</a:t>
                </a:r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Duration</a:t>
                </a: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Class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57EE9B58-8BFF-CC92-1595-CBBF57F7313C}"/>
                  </a:ext>
                </a:extLst>
              </p:cNvPr>
              <p:cNvSpPr/>
              <p:nvPr/>
            </p:nvSpPr>
            <p:spPr>
              <a:xfrm>
                <a:off x="655320" y="3522407"/>
                <a:ext cx="1559560" cy="590529"/>
              </a:xfrm>
              <a:prstGeom prst="rect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>
                  <a:lnSpc>
                    <a:spcPct val="300000"/>
                  </a:lnSpc>
                </a:pPr>
                <a:r>
                  <a:rPr lang="en-US" sz="1403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 Duration</a:t>
                </a:r>
              </a:p>
              <a:p>
                <a:pPr algn="ctr"/>
                <a:endParaRPr lang="en-US" sz="1403" dirty="0">
                  <a:ln w="9525">
                    <a:solidFill>
                      <a:schemeClr val="tx1"/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3" name="Frame 32">
              <a:extLst>
                <a:ext uri="{FF2B5EF4-FFF2-40B4-BE49-F238E27FC236}">
                  <a16:creationId xmlns:a16="http://schemas.microsoft.com/office/drawing/2014/main" id="{52444191-4AC2-AA0F-F944-D5100FFE808B}"/>
                </a:ext>
              </a:extLst>
            </p:cNvPr>
            <p:cNvSpPr/>
            <p:nvPr/>
          </p:nvSpPr>
          <p:spPr>
            <a:xfrm>
              <a:off x="4737100" y="5748020"/>
              <a:ext cx="1094740" cy="1329055"/>
            </a:xfrm>
            <a:prstGeom prst="frame">
              <a:avLst>
                <a:gd name="adj1" fmla="val 338"/>
              </a:avLst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97">
                <a:solidFill>
                  <a:schemeClr val="tx1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DE178B6-DB27-7B73-9C26-C26A73EADAD5}"/>
              </a:ext>
            </a:extLst>
          </p:cNvPr>
          <p:cNvGrpSpPr/>
          <p:nvPr/>
        </p:nvGrpSpPr>
        <p:grpSpPr>
          <a:xfrm>
            <a:off x="6088872" y="5496611"/>
            <a:ext cx="1768084" cy="1830685"/>
            <a:chOff x="4737100" y="5748020"/>
            <a:chExt cx="1094740" cy="1329055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56AECC26-6A13-976B-5AE6-43D7A2570670}"/>
                </a:ext>
              </a:extLst>
            </p:cNvPr>
            <p:cNvGrpSpPr/>
            <p:nvPr/>
          </p:nvGrpSpPr>
          <p:grpSpPr>
            <a:xfrm>
              <a:off x="4769485" y="5814123"/>
              <a:ext cx="1026160" cy="1198522"/>
              <a:chOff x="655320" y="3522411"/>
              <a:chExt cx="1559560" cy="2286781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8ADD635-133C-5E98-4136-63EF2F777438}"/>
                  </a:ext>
                </a:extLst>
              </p:cNvPr>
              <p:cNvSpPr/>
              <p:nvPr/>
            </p:nvSpPr>
            <p:spPr>
              <a:xfrm>
                <a:off x="655320" y="3773442"/>
                <a:ext cx="1559560" cy="2035750"/>
              </a:xfrm>
              <a:prstGeom prst="rect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200" u="sng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Result_ID</a:t>
                </a:r>
                <a:endParaRPr lang="en-US" sz="1200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Subject_ID</a:t>
                </a:r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Marks Obtained</a:t>
                </a: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Grade</a:t>
                </a: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CGPA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B1D076F6-CCC3-159F-1408-BCD655EC29EC}"/>
                  </a:ext>
                </a:extLst>
              </p:cNvPr>
              <p:cNvSpPr/>
              <p:nvPr/>
            </p:nvSpPr>
            <p:spPr>
              <a:xfrm>
                <a:off x="655320" y="3522411"/>
                <a:ext cx="1559560" cy="465632"/>
              </a:xfrm>
              <a:prstGeom prst="rect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300000"/>
                  </a:lnSpc>
                </a:pPr>
                <a:r>
                  <a:rPr lang="en-US" sz="1403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Result</a:t>
                </a:r>
              </a:p>
              <a:p>
                <a:pPr algn="ctr"/>
                <a:endParaRPr lang="en-US" sz="1403" dirty="0">
                  <a:ln w="9525">
                    <a:solidFill>
                      <a:schemeClr val="tx1"/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9" name="Frame 38">
              <a:extLst>
                <a:ext uri="{FF2B5EF4-FFF2-40B4-BE49-F238E27FC236}">
                  <a16:creationId xmlns:a16="http://schemas.microsoft.com/office/drawing/2014/main" id="{0D24B334-97BD-FEBE-A0D7-56ED1151E771}"/>
                </a:ext>
              </a:extLst>
            </p:cNvPr>
            <p:cNvSpPr/>
            <p:nvPr/>
          </p:nvSpPr>
          <p:spPr>
            <a:xfrm>
              <a:off x="4737100" y="5748020"/>
              <a:ext cx="1094740" cy="1329055"/>
            </a:xfrm>
            <a:prstGeom prst="frame">
              <a:avLst>
                <a:gd name="adj1" fmla="val 338"/>
              </a:avLst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97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84033E6-017B-15ED-B691-B26E66ABA802}"/>
              </a:ext>
            </a:extLst>
          </p:cNvPr>
          <p:cNvGrpSpPr/>
          <p:nvPr/>
        </p:nvGrpSpPr>
        <p:grpSpPr>
          <a:xfrm>
            <a:off x="8197852" y="5587663"/>
            <a:ext cx="1435088" cy="850684"/>
            <a:chOff x="655320" y="3285420"/>
            <a:chExt cx="1267862" cy="1430895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354BBC9-13CC-3518-3BBF-DDA54D996EE3}"/>
                </a:ext>
              </a:extLst>
            </p:cNvPr>
            <p:cNvSpPr/>
            <p:nvPr/>
          </p:nvSpPr>
          <p:spPr>
            <a:xfrm>
              <a:off x="655320" y="3714643"/>
              <a:ext cx="1267862" cy="1001672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Department_ID</a:t>
              </a:r>
              <a:endPara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Department_Name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Faculty List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9054098-00A9-CCFC-2887-A7B64E404C1F}"/>
                </a:ext>
              </a:extLst>
            </p:cNvPr>
            <p:cNvSpPr/>
            <p:nvPr/>
          </p:nvSpPr>
          <p:spPr>
            <a:xfrm>
              <a:off x="655320" y="3285420"/>
              <a:ext cx="1267862" cy="429223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3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Department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D049FFF-2AEE-D045-8032-782A59B9DF65}"/>
              </a:ext>
            </a:extLst>
          </p:cNvPr>
          <p:cNvGrpSpPr/>
          <p:nvPr/>
        </p:nvGrpSpPr>
        <p:grpSpPr>
          <a:xfrm>
            <a:off x="7999279" y="7755248"/>
            <a:ext cx="1116697" cy="811529"/>
            <a:chOff x="655320" y="2630915"/>
            <a:chExt cx="1548489" cy="2829816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9BE545B-787C-2FFF-D412-E5AD235971BB}"/>
                </a:ext>
              </a:extLst>
            </p:cNvPr>
            <p:cNvSpPr/>
            <p:nvPr/>
          </p:nvSpPr>
          <p:spPr>
            <a:xfrm>
              <a:off x="655320" y="3426132"/>
              <a:ext cx="1548489" cy="2034599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Subject_ID</a:t>
              </a:r>
              <a:endPara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Subject_Name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5D5E4483-A434-6D32-5649-3EEF7716E7D5}"/>
                </a:ext>
              </a:extLst>
            </p:cNvPr>
            <p:cNvSpPr/>
            <p:nvPr/>
          </p:nvSpPr>
          <p:spPr>
            <a:xfrm>
              <a:off x="655320" y="2630915"/>
              <a:ext cx="1548489" cy="795216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3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Subject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C34FDDF-2CE2-E638-D499-83774557B4FE}"/>
              </a:ext>
            </a:extLst>
          </p:cNvPr>
          <p:cNvGrpSpPr/>
          <p:nvPr/>
        </p:nvGrpSpPr>
        <p:grpSpPr>
          <a:xfrm>
            <a:off x="6088876" y="7712779"/>
            <a:ext cx="1116697" cy="1445896"/>
            <a:chOff x="655320" y="2630915"/>
            <a:chExt cx="1548489" cy="2829816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C40A28DE-5E41-6BEC-4EA8-8B44E285022A}"/>
                </a:ext>
              </a:extLst>
            </p:cNvPr>
            <p:cNvSpPr/>
            <p:nvPr/>
          </p:nvSpPr>
          <p:spPr>
            <a:xfrm>
              <a:off x="655320" y="3426132"/>
              <a:ext cx="1548489" cy="2034599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Staff_ID</a:t>
              </a:r>
              <a:endPara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Staff_Name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Staff_Position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Staff_Salary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Staff_Picture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8406D62-B2F3-5F78-C0F8-6FF3AF6E3E72}"/>
                </a:ext>
              </a:extLst>
            </p:cNvPr>
            <p:cNvSpPr/>
            <p:nvPr/>
          </p:nvSpPr>
          <p:spPr>
            <a:xfrm>
              <a:off x="655320" y="2630915"/>
              <a:ext cx="1548489" cy="795216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3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Staff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CEF5E6B-B0C8-40F7-916C-B00E2E854346}"/>
              </a:ext>
            </a:extLst>
          </p:cNvPr>
          <p:cNvGrpSpPr/>
          <p:nvPr/>
        </p:nvGrpSpPr>
        <p:grpSpPr>
          <a:xfrm>
            <a:off x="10227292" y="7188947"/>
            <a:ext cx="1435088" cy="1453997"/>
            <a:chOff x="655320" y="2119641"/>
            <a:chExt cx="1934163" cy="3367658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11369FF-B3DD-F421-A006-E6548DA0BADE}"/>
                </a:ext>
              </a:extLst>
            </p:cNvPr>
            <p:cNvSpPr/>
            <p:nvPr/>
          </p:nvSpPr>
          <p:spPr>
            <a:xfrm>
              <a:off x="655320" y="2726683"/>
              <a:ext cx="1934163" cy="2760616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l"/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l"/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User_ID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l"/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User_name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l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Password</a:t>
              </a:r>
            </a:p>
            <a:p>
              <a:pPr algn="l"/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UserType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(Student/Teacher/</a:t>
              </a:r>
            </a:p>
            <a:p>
              <a:pPr algn="l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Faculty/Staff)</a:t>
              </a:r>
            </a:p>
            <a:p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012AE74-432B-794E-AA21-2D5A53D7A579}"/>
                </a:ext>
              </a:extLst>
            </p:cNvPr>
            <p:cNvSpPr/>
            <p:nvPr/>
          </p:nvSpPr>
          <p:spPr>
            <a:xfrm>
              <a:off x="655320" y="2119641"/>
              <a:ext cx="1934163" cy="607043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3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0947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135</TotalTime>
  <Words>364</Words>
  <Application>Microsoft Office PowerPoint</Application>
  <PresentationFormat>Custom</PresentationFormat>
  <Paragraphs>151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Tahoma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ifti haque</dc:creator>
  <cp:lastModifiedBy>ifti haque</cp:lastModifiedBy>
  <cp:revision>2</cp:revision>
  <dcterms:created xsi:type="dcterms:W3CDTF">2023-08-20T11:02:43Z</dcterms:created>
  <dcterms:modified xsi:type="dcterms:W3CDTF">2023-08-20T14:03:16Z</dcterms:modified>
</cp:coreProperties>
</file>