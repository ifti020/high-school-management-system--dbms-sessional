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80" r:id="rId4"/>
    <p:sldId id="267" r:id="rId5"/>
    <p:sldId id="260" r:id="rId6"/>
    <p:sldId id="261" r:id="rId7"/>
    <p:sldId id="282" r:id="rId8"/>
    <p:sldId id="28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F2F2F2"/>
    <a:srgbClr val="ECEEEB"/>
    <a:srgbClr val="FBFBD9"/>
    <a:srgbClr val="ADDFE8"/>
    <a:srgbClr val="1F405A"/>
    <a:srgbClr val="CBF0F2"/>
    <a:srgbClr val="A8E9EA"/>
    <a:srgbClr val="D9F3F5"/>
    <a:srgbClr val="33D3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18" autoAdjust="0"/>
    <p:restoredTop sz="94660"/>
  </p:normalViewPr>
  <p:slideViewPr>
    <p:cSldViewPr snapToGrid="0">
      <p:cViewPr varScale="1">
        <p:scale>
          <a:sx n="79" d="100"/>
          <a:sy n="79" d="100"/>
        </p:scale>
        <p:origin x="4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E145BC-C912-4511-B775-A8ED365FDBCD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16D24-6F59-44DB-805F-3A472F360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ab0344fe0b_0_1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ab0344fe0b_0_1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8C9B6-4397-4776-0E66-F01769A22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EA588E-1ADE-6D99-B275-1830750A80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754F0-EFB2-3749-394A-8E424EEBB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3F3C1-D989-4E08-9B8E-F12E24834195}" type="datetime1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2EA56-8B4A-14E4-1348-45CEDA6CC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4499F-14A3-D511-D18D-DD9CE9CA3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202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2F7BE-9DDE-0C9A-DAB2-E0F4B181D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7CB1D-6409-1F0E-84EE-F30FFF674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E6902-2070-9E3B-E7AF-4327DCAFF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5C27-EBFA-4809-89A7-C573FECD6D48}" type="datetime1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786E3-8207-0EFD-84F4-EDDDED40F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CDA8D-8278-FBA6-93A9-0C634900B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568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A6D3A-8145-2B2A-7058-571F53DDE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57B5D-8F6B-3C83-CA58-234B38C81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AB5EC-A181-F38F-4508-9D3BC732E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22AB-0971-4345-8C90-E21414EE1BBB}" type="datetime1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DA651-F819-3472-E61E-8A4420CBE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0D05A-7F32-4029-3983-63BC3162E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08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87967-FC6E-2ECB-4D3B-4065174CB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B24F7-97DC-D0B5-ABFB-DD221191EA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ED5341-2C2C-4BEF-D4ED-BA8B17235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6BC6A-ED33-9016-B531-906661327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3E732-F89B-44BE-A6F5-CBA8426DAD61}" type="datetime1">
              <a:rPr lang="en-US" smtClean="0"/>
              <a:t>11/2/2023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B9E6-17E3-79FD-90A7-F1EF2AE3D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622248-20E6-FDDA-BAE6-B1DB0C013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991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392B5-9B6E-C6B6-F2AD-DC01CAE7E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4D73F-633C-E125-C484-F66FD522F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D7EDA-A775-5A2F-F7F2-82DA4C2CE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CC7AA8-FC7E-4F6C-C9FC-6E17A15602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D20EE3-7FC6-3C75-CBDF-59CF3038E4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236B65-543A-FBB4-9B10-B6EE1748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80AFD-FB11-4831-83FC-256DBDC71795}" type="datetime1">
              <a:rPr lang="en-US" smtClean="0"/>
              <a:t>11/2/2023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07F2AA-B288-B522-75F3-6DDF2620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3F1A15-D02A-F9C6-4B85-FF9820D91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36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8B407-935F-D8F7-33C4-C3DC6ED36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2830A0-8504-CB7D-F5C3-661A1666E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EEA5E-6DA8-4CB7-8C23-8F0DE951D45D}" type="datetime1">
              <a:rPr lang="en-US" smtClean="0"/>
              <a:t>11/2/2023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A9463-A74D-9136-DA0D-D73F49413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5852C-90AB-9DF7-86A8-4C2BC5217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6E6810-BE3A-D4BE-E531-F128BD62A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F5AB-F5C7-4E58-AEFA-150D9CD0C8EF}" type="datetime1">
              <a:rPr lang="en-US" smtClean="0"/>
              <a:t>11/2/2023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18926E-8E3C-E1D0-CA89-C27B7944F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3D7C9-0BBE-F187-7C63-2D8F8EFAD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17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A0433-661D-2528-92E0-C53EBD407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C0755-1F27-AF7A-68AB-3E85348F2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86B1EB-3F4F-B7AA-EBF9-0F04529C0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F83DB-F7C3-8999-F809-C769C2B82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7349-BDA8-4E9D-ABEE-F5E739D74AC8}" type="datetime1">
              <a:rPr lang="en-US" smtClean="0"/>
              <a:t>11/2/2023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C2B99-5997-E1D9-0E49-055CA8290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867B31-52D6-DDF2-F1C3-F54483FFA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65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ACE36-3C88-E730-B906-59CD51541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91EF0E-9EF4-8F89-0FB5-9042D951C0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7E7126-5F2C-21D7-1CA4-F2C0B97FE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34685-381F-66EE-B592-6F205730B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3CC1-B1ED-4FBE-B13E-C54139DEA459}" type="datetime1">
              <a:rPr lang="en-US" smtClean="0"/>
              <a:t>11/2/2023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5DE8C-812A-DB1A-4A6A-6FB6D1013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3178F-E479-A798-3612-A32AD812A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007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86605-EE77-F55B-4AAE-BE1E096F6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A57A0E-9F17-5330-88AE-A9B3168AB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20C73-8425-11EE-C4EA-1710F4DD2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BAF7E-0B6E-4D63-85D1-14359BBF4973}" type="datetime1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DACC5-9C9B-FB57-6FFD-AFF12DDF8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C8921-61D3-5DD4-A7AC-9D95D24D3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900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5B696B-E700-CB88-9623-B60EC2C8F6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B4C6C7-33BD-70B8-0303-C136F2C852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0CB3D-C6BB-1FFC-3043-5A0E60692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833B3-7A38-46D1-9BED-E2AC7AB33BCF}" type="datetime1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3BBDB-02FC-74D3-D212-EF5CE2D02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F358C-8421-B050-AC60-AF6FE007C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192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C37E38-111E-6A4A-BD9B-4897DED5F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F608C-7B33-BEED-F0B0-B46A501CC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CBBCF-DDB8-F792-790A-AF4D5A5009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224B8-FE5A-47FE-9AB8-808267CC7CE3}" type="datetime1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7C23-649D-9B53-5434-C5DD247B4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3EC73-ADE2-4115-2FF3-F801AE42C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E66A5-36C5-437F-9F5E-0634F856E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1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slide" Target="slide7.xml"/><Relationship Id="rId7" Type="http://schemas.openxmlformats.org/officeDocument/2006/relationships/slide" Target="slide11.xml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slide" Target="slide4.xml"/><Relationship Id="rId11" Type="http://schemas.openxmlformats.org/officeDocument/2006/relationships/image" Target="../media/image8.png"/><Relationship Id="rId5" Type="http://schemas.openxmlformats.org/officeDocument/2006/relationships/slide" Target="slide6.xml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slide" Target="slide5.xml"/><Relationship Id="rId9" Type="http://schemas.openxmlformats.org/officeDocument/2006/relationships/slide" Target="slide10.xml"/><Relationship Id="rId1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2.png"/><Relationship Id="rId18" Type="http://schemas.openxmlformats.org/officeDocument/2006/relationships/image" Target="../media/image25.png"/><Relationship Id="rId3" Type="http://schemas.openxmlformats.org/officeDocument/2006/relationships/image" Target="../media/image17.png"/><Relationship Id="rId7" Type="http://schemas.openxmlformats.org/officeDocument/2006/relationships/slide" Target="slide5.xml"/><Relationship Id="rId12" Type="http://schemas.openxmlformats.org/officeDocument/2006/relationships/slide" Target="slide7.xml"/><Relationship Id="rId17" Type="http://schemas.openxmlformats.org/officeDocument/2006/relationships/slide" Target="slide10.xml"/><Relationship Id="rId2" Type="http://schemas.openxmlformats.org/officeDocument/2006/relationships/image" Target="../media/image15.png"/><Relationship Id="rId16" Type="http://schemas.openxmlformats.org/officeDocument/2006/relationships/image" Target="../media/image24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1.png"/><Relationship Id="rId5" Type="http://schemas.openxmlformats.org/officeDocument/2006/relationships/slide" Target="slide9.xml"/><Relationship Id="rId15" Type="http://schemas.openxmlformats.org/officeDocument/2006/relationships/image" Target="../media/image23.png"/><Relationship Id="rId10" Type="http://schemas.openxmlformats.org/officeDocument/2006/relationships/image" Target="../media/image20.png"/><Relationship Id="rId19" Type="http://schemas.openxmlformats.org/officeDocument/2006/relationships/image" Target="../media/image26.png"/><Relationship Id="rId4" Type="http://schemas.openxmlformats.org/officeDocument/2006/relationships/image" Target="../media/image16.png"/><Relationship Id="rId9" Type="http://schemas.openxmlformats.org/officeDocument/2006/relationships/slide" Target="slide6.xml"/><Relationship Id="rId14" Type="http://schemas.openxmlformats.org/officeDocument/2006/relationships/slide" Target="slide1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31.png"/><Relationship Id="rId18" Type="http://schemas.openxmlformats.org/officeDocument/2006/relationships/image" Target="../media/image24.png"/><Relationship Id="rId3" Type="http://schemas.openxmlformats.org/officeDocument/2006/relationships/image" Target="../media/image26.png"/><Relationship Id="rId21" Type="http://schemas.openxmlformats.org/officeDocument/2006/relationships/image" Target="../media/image15.png"/><Relationship Id="rId7" Type="http://schemas.openxmlformats.org/officeDocument/2006/relationships/slide" Target="slide9.xml"/><Relationship Id="rId12" Type="http://schemas.openxmlformats.org/officeDocument/2006/relationships/slide" Target="slide4.xml"/><Relationship Id="rId17" Type="http://schemas.openxmlformats.org/officeDocument/2006/relationships/image" Target="../media/image23.png"/><Relationship Id="rId2" Type="http://schemas.openxmlformats.org/officeDocument/2006/relationships/image" Target="../media/image28.gif"/><Relationship Id="rId16" Type="http://schemas.openxmlformats.org/officeDocument/2006/relationships/slide" Target="slide11.xml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20.png"/><Relationship Id="rId5" Type="http://schemas.openxmlformats.org/officeDocument/2006/relationships/image" Target="../media/image27.png"/><Relationship Id="rId15" Type="http://schemas.openxmlformats.org/officeDocument/2006/relationships/image" Target="../media/image22.png"/><Relationship Id="rId10" Type="http://schemas.openxmlformats.org/officeDocument/2006/relationships/slide" Target="slide6.xml"/><Relationship Id="rId19" Type="http://schemas.openxmlformats.org/officeDocument/2006/relationships/slide" Target="slide10.xml"/><Relationship Id="rId4" Type="http://schemas.openxmlformats.org/officeDocument/2006/relationships/image" Target="../media/image17.png"/><Relationship Id="rId9" Type="http://schemas.openxmlformats.org/officeDocument/2006/relationships/image" Target="../media/image30.png"/><Relationship Id="rId14" Type="http://schemas.openxmlformats.org/officeDocument/2006/relationships/slide" Target="slide7.xml"/><Relationship Id="rId22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2.png"/><Relationship Id="rId18" Type="http://schemas.openxmlformats.org/officeDocument/2006/relationships/image" Target="../media/image25.png"/><Relationship Id="rId3" Type="http://schemas.openxmlformats.org/officeDocument/2006/relationships/image" Target="../media/image28.gif"/><Relationship Id="rId7" Type="http://schemas.openxmlformats.org/officeDocument/2006/relationships/slide" Target="slide5.xml"/><Relationship Id="rId12" Type="http://schemas.openxmlformats.org/officeDocument/2006/relationships/slide" Target="slide7.xml"/><Relationship Id="rId17" Type="http://schemas.openxmlformats.org/officeDocument/2006/relationships/slide" Target="slide10.xml"/><Relationship Id="rId2" Type="http://schemas.openxmlformats.org/officeDocument/2006/relationships/image" Target="../media/image32.gif"/><Relationship Id="rId16" Type="http://schemas.openxmlformats.org/officeDocument/2006/relationships/image" Target="../media/image24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31.png"/><Relationship Id="rId5" Type="http://schemas.openxmlformats.org/officeDocument/2006/relationships/slide" Target="slide9.xml"/><Relationship Id="rId15" Type="http://schemas.openxmlformats.org/officeDocument/2006/relationships/image" Target="../media/image23.png"/><Relationship Id="rId10" Type="http://schemas.openxmlformats.org/officeDocument/2006/relationships/slide" Target="slide4.xml"/><Relationship Id="rId19" Type="http://schemas.openxmlformats.org/officeDocument/2006/relationships/image" Target="../media/image26.png"/><Relationship Id="rId4" Type="http://schemas.openxmlformats.org/officeDocument/2006/relationships/image" Target="../media/image15.png"/><Relationship Id="rId9" Type="http://schemas.openxmlformats.org/officeDocument/2006/relationships/image" Target="../media/image33.png"/><Relationship Id="rId14" Type="http://schemas.openxmlformats.org/officeDocument/2006/relationships/slide" Target="slide1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11.xml"/><Relationship Id="rId3" Type="http://schemas.openxmlformats.org/officeDocument/2006/relationships/image" Target="../media/image28.gif"/><Relationship Id="rId7" Type="http://schemas.openxmlformats.org/officeDocument/2006/relationships/image" Target="../media/image19.png"/><Relationship Id="rId12" Type="http://schemas.openxmlformats.org/officeDocument/2006/relationships/image" Target="../media/image34.png"/><Relationship Id="rId17" Type="http://schemas.openxmlformats.org/officeDocument/2006/relationships/image" Target="../media/image25.png"/><Relationship Id="rId2" Type="http://schemas.openxmlformats.org/officeDocument/2006/relationships/image" Target="../media/image15.png"/><Relationship Id="rId16" Type="http://schemas.openxmlformats.org/officeDocument/2006/relationships/slide" Target="slide10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11" Type="http://schemas.openxmlformats.org/officeDocument/2006/relationships/image" Target="../media/image31.png"/><Relationship Id="rId5" Type="http://schemas.openxmlformats.org/officeDocument/2006/relationships/image" Target="../media/image18.png"/><Relationship Id="rId15" Type="http://schemas.openxmlformats.org/officeDocument/2006/relationships/image" Target="../media/image24.png"/><Relationship Id="rId10" Type="http://schemas.openxmlformats.org/officeDocument/2006/relationships/slide" Target="slide4.xml"/><Relationship Id="rId4" Type="http://schemas.openxmlformats.org/officeDocument/2006/relationships/slide" Target="slide9.xml"/><Relationship Id="rId9" Type="http://schemas.openxmlformats.org/officeDocument/2006/relationships/image" Target="../media/image20.png"/><Relationship Id="rId1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slide" Target="slide9.xml"/><Relationship Id="rId3" Type="http://schemas.openxmlformats.org/officeDocument/2006/relationships/slide" Target="slide5.xml"/><Relationship Id="rId7" Type="http://schemas.openxmlformats.org/officeDocument/2006/relationships/slide" Target="slide4.xml"/><Relationship Id="rId12" Type="http://schemas.openxmlformats.org/officeDocument/2006/relationships/image" Target="../media/image23.png"/><Relationship Id="rId17" Type="http://schemas.openxmlformats.org/officeDocument/2006/relationships/image" Target="../media/image36.png"/><Relationship Id="rId2" Type="http://schemas.openxmlformats.org/officeDocument/2006/relationships/image" Target="../media/image35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slide" Target="slide11.xml"/><Relationship Id="rId5" Type="http://schemas.openxmlformats.org/officeDocument/2006/relationships/slide" Target="slide6.xml"/><Relationship Id="rId15" Type="http://schemas.openxmlformats.org/officeDocument/2006/relationships/slide" Target="slide10.xml"/><Relationship Id="rId10" Type="http://schemas.openxmlformats.org/officeDocument/2006/relationships/image" Target="../media/image22.png"/><Relationship Id="rId4" Type="http://schemas.openxmlformats.org/officeDocument/2006/relationships/image" Target="../media/image19.png"/><Relationship Id="rId9" Type="http://schemas.openxmlformats.org/officeDocument/2006/relationships/slide" Target="slide7.xml"/><Relationship Id="rId1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slide" Target="slide11.xml"/><Relationship Id="rId18" Type="http://schemas.openxmlformats.org/officeDocument/2006/relationships/image" Target="../media/image36.png"/><Relationship Id="rId3" Type="http://schemas.openxmlformats.org/officeDocument/2006/relationships/slide" Target="slide9.xml"/><Relationship Id="rId7" Type="http://schemas.openxmlformats.org/officeDocument/2006/relationships/slide" Target="slide6.xml"/><Relationship Id="rId12" Type="http://schemas.openxmlformats.org/officeDocument/2006/relationships/image" Target="../media/image22.png"/><Relationship Id="rId17" Type="http://schemas.openxmlformats.org/officeDocument/2006/relationships/image" Target="../media/image25.png"/><Relationship Id="rId2" Type="http://schemas.openxmlformats.org/officeDocument/2006/relationships/image" Target="../media/image37.gif"/><Relationship Id="rId16" Type="http://schemas.openxmlformats.org/officeDocument/2006/relationships/slide" Target="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slide" Target="slide7.xml"/><Relationship Id="rId5" Type="http://schemas.openxmlformats.org/officeDocument/2006/relationships/slide" Target="slide5.xml"/><Relationship Id="rId15" Type="http://schemas.openxmlformats.org/officeDocument/2006/relationships/image" Target="../media/image38.png"/><Relationship Id="rId10" Type="http://schemas.openxmlformats.org/officeDocument/2006/relationships/image" Target="../media/image31.png"/><Relationship Id="rId4" Type="http://schemas.openxmlformats.org/officeDocument/2006/relationships/image" Target="../media/image18.png"/><Relationship Id="rId9" Type="http://schemas.openxmlformats.org/officeDocument/2006/relationships/slide" Target="slide4.xml"/><Relationship Id="rId1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slide" Target="slide7.xml"/><Relationship Id="rId18" Type="http://schemas.openxmlformats.org/officeDocument/2006/relationships/image" Target="../media/image40.png"/><Relationship Id="rId3" Type="http://schemas.openxmlformats.org/officeDocument/2006/relationships/image" Target="../media/image36.png"/><Relationship Id="rId7" Type="http://schemas.openxmlformats.org/officeDocument/2006/relationships/slide" Target="slide5.xml"/><Relationship Id="rId12" Type="http://schemas.openxmlformats.org/officeDocument/2006/relationships/image" Target="../media/image31.png"/><Relationship Id="rId17" Type="http://schemas.openxmlformats.org/officeDocument/2006/relationships/image" Target="../media/image24.png"/><Relationship Id="rId2" Type="http://schemas.openxmlformats.org/officeDocument/2006/relationships/image" Target="../media/image39.gif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slide" Target="slide4.xml"/><Relationship Id="rId5" Type="http://schemas.openxmlformats.org/officeDocument/2006/relationships/slide" Target="slide9.xml"/><Relationship Id="rId15" Type="http://schemas.openxmlformats.org/officeDocument/2006/relationships/slide" Target="slide11.xml"/><Relationship Id="rId10" Type="http://schemas.openxmlformats.org/officeDocument/2006/relationships/image" Target="../media/image20.png"/><Relationship Id="rId4" Type="http://schemas.openxmlformats.org/officeDocument/2006/relationships/image" Target="../media/image37.gif"/><Relationship Id="rId9" Type="http://schemas.openxmlformats.org/officeDocument/2006/relationships/slide" Target="slide6.xml"/><Relationship Id="rId1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slide" Target="slide7.xml"/><Relationship Id="rId18" Type="http://schemas.openxmlformats.org/officeDocument/2006/relationships/image" Target="../media/image25.png"/><Relationship Id="rId3" Type="http://schemas.openxmlformats.org/officeDocument/2006/relationships/image" Target="../media/image15.png"/><Relationship Id="rId21" Type="http://schemas.openxmlformats.org/officeDocument/2006/relationships/hyperlink" Target="https://dev.mysql.com/doc/" TargetMode="External"/><Relationship Id="rId7" Type="http://schemas.openxmlformats.org/officeDocument/2006/relationships/slide" Target="slide5.xml"/><Relationship Id="rId12" Type="http://schemas.openxmlformats.org/officeDocument/2006/relationships/image" Target="../media/image31.png"/><Relationship Id="rId17" Type="http://schemas.openxmlformats.org/officeDocument/2006/relationships/slide" Target="slide10.xml"/><Relationship Id="rId2" Type="http://schemas.openxmlformats.org/officeDocument/2006/relationships/image" Target="../media/image39.gif"/><Relationship Id="rId16" Type="http://schemas.openxmlformats.org/officeDocument/2006/relationships/image" Target="../media/image24.png"/><Relationship Id="rId20" Type="http://schemas.openxmlformats.org/officeDocument/2006/relationships/hyperlink" Target="https://www.php.net/docs.php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slide" Target="slide4.xml"/><Relationship Id="rId5" Type="http://schemas.openxmlformats.org/officeDocument/2006/relationships/slide" Target="slide9.xml"/><Relationship Id="rId15" Type="http://schemas.openxmlformats.org/officeDocument/2006/relationships/image" Target="../media/image42.png"/><Relationship Id="rId10" Type="http://schemas.openxmlformats.org/officeDocument/2006/relationships/image" Target="../media/image20.png"/><Relationship Id="rId19" Type="http://schemas.openxmlformats.org/officeDocument/2006/relationships/hyperlink" Target="https://www.w3schools.com/html/html_css.asp" TargetMode="External"/><Relationship Id="rId4" Type="http://schemas.openxmlformats.org/officeDocument/2006/relationships/image" Target="../media/image41.gif"/><Relationship Id="rId9" Type="http://schemas.openxmlformats.org/officeDocument/2006/relationships/slide" Target="slide6.xml"/><Relationship Id="rId14" Type="http://schemas.openxmlformats.org/officeDocument/2006/relationships/image" Target="../media/image22.png"/><Relationship Id="rId22" Type="http://schemas.openxmlformats.org/officeDocument/2006/relationships/hyperlink" Target="https://laravel.com/docs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slide" Target="slide7.xml"/><Relationship Id="rId18" Type="http://schemas.openxmlformats.org/officeDocument/2006/relationships/slide" Target="slide10.xml"/><Relationship Id="rId3" Type="http://schemas.openxmlformats.org/officeDocument/2006/relationships/image" Target="../media/image41.gif"/><Relationship Id="rId7" Type="http://schemas.openxmlformats.org/officeDocument/2006/relationships/slide" Target="slide5.xml"/><Relationship Id="rId12" Type="http://schemas.openxmlformats.org/officeDocument/2006/relationships/image" Target="../media/image31.png"/><Relationship Id="rId17" Type="http://schemas.openxmlformats.org/officeDocument/2006/relationships/image" Target="../media/image24.png"/><Relationship Id="rId2" Type="http://schemas.openxmlformats.org/officeDocument/2006/relationships/image" Target="../media/image15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slide" Target="slide4.xml"/><Relationship Id="rId5" Type="http://schemas.openxmlformats.org/officeDocument/2006/relationships/slide" Target="slide9.xml"/><Relationship Id="rId15" Type="http://schemas.openxmlformats.org/officeDocument/2006/relationships/slide" Target="slide11.xml"/><Relationship Id="rId10" Type="http://schemas.openxmlformats.org/officeDocument/2006/relationships/image" Target="../media/image20.png"/><Relationship Id="rId19" Type="http://schemas.openxmlformats.org/officeDocument/2006/relationships/image" Target="../media/image25.png"/><Relationship Id="rId4" Type="http://schemas.openxmlformats.org/officeDocument/2006/relationships/image" Target="../media/image39.gif"/><Relationship Id="rId9" Type="http://schemas.openxmlformats.org/officeDocument/2006/relationships/slide" Target="slide6.xml"/><Relationship Id="rId1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8D9D2-18D0-499E-885A-088A886AAD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45D87B-90D0-9B56-446C-E2B8ECC074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876B82-3236-512B-7990-A487067A4C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8" t="30741" r="17947" b="2720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FB6416A-9ECA-9653-6DC1-B62DAFF4D519}"/>
              </a:ext>
            </a:extLst>
          </p:cNvPr>
          <p:cNvSpPr/>
          <p:nvPr/>
        </p:nvSpPr>
        <p:spPr>
          <a:xfrm>
            <a:off x="0" y="0"/>
            <a:ext cx="8327136" cy="6858000"/>
          </a:xfrm>
          <a:prstGeom prst="rect">
            <a:avLst/>
          </a:prstGeom>
          <a:gradFill>
            <a:gsLst>
              <a:gs pos="2000">
                <a:srgbClr val="0D161F"/>
              </a:gs>
              <a:gs pos="100000">
                <a:srgbClr val="0D161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92C630-755E-81B5-2C49-1337D7508928}"/>
              </a:ext>
            </a:extLst>
          </p:cNvPr>
          <p:cNvSpPr/>
          <p:nvPr/>
        </p:nvSpPr>
        <p:spPr>
          <a:xfrm>
            <a:off x="292891" y="1702836"/>
            <a:ext cx="6388287" cy="1754326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>
                <a:alpha val="69000"/>
              </a:scheme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r>
              <a:rPr lang="en-US" sz="36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Bangladesh Army University</a:t>
            </a:r>
          </a:p>
          <a:p>
            <a:r>
              <a:rPr lang="en-US" sz="36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of Science and Technology</a:t>
            </a:r>
          </a:p>
          <a:p>
            <a:r>
              <a:rPr lang="en-US" sz="36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(BAUST)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EA37309-76F8-E085-6E35-33825319F25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891" y="277521"/>
            <a:ext cx="1425315" cy="14253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17CE9D14-BEED-94DC-16B4-0DCCCD9096D3}"/>
              </a:ext>
            </a:extLst>
          </p:cNvPr>
          <p:cNvGrpSpPr/>
          <p:nvPr/>
        </p:nvGrpSpPr>
        <p:grpSpPr>
          <a:xfrm>
            <a:off x="358208" y="3522263"/>
            <a:ext cx="6451207" cy="923330"/>
            <a:chOff x="541176" y="3446601"/>
            <a:chExt cx="6451207" cy="92333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F2FC73B-71A0-67B1-231B-6A12191CB2F8}"/>
                </a:ext>
              </a:extLst>
            </p:cNvPr>
            <p:cNvSpPr/>
            <p:nvPr/>
          </p:nvSpPr>
          <p:spPr>
            <a:xfrm>
              <a:off x="607302" y="3446601"/>
              <a:ext cx="6385081" cy="92333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entury Gothic" panose="020B0502020202020204" pitchFamily="34" charset="0"/>
                </a:rPr>
                <a:t>Department of</a:t>
              </a:r>
            </a:p>
            <a:p>
              <a:r>
                <a:rPr lang="en-US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entury Gothic" panose="020B0502020202020204" pitchFamily="34" charset="0"/>
                </a:rPr>
                <a:t>Computer Science and Engineering</a:t>
              </a:r>
            </a:p>
            <a:p>
              <a:r>
                <a:rPr lang="en-US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entury Gothic" panose="020B0502020202020204" pitchFamily="34" charset="0"/>
                </a:rPr>
                <a:t>(CSE)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C2C1DDD-7D64-CCE1-8859-057A03AD7A6B}"/>
                </a:ext>
              </a:extLst>
            </p:cNvPr>
            <p:cNvCxnSpPr>
              <a:cxnSpLocks/>
            </p:cNvCxnSpPr>
            <p:nvPr/>
          </p:nvCxnSpPr>
          <p:spPr>
            <a:xfrm>
              <a:off x="541176" y="3609897"/>
              <a:ext cx="0" cy="596738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74BA3F5A-3033-6D53-C3CD-46B8BAB87D2F}"/>
              </a:ext>
            </a:extLst>
          </p:cNvPr>
          <p:cNvSpPr/>
          <p:nvPr/>
        </p:nvSpPr>
        <p:spPr>
          <a:xfrm>
            <a:off x="292891" y="5180736"/>
            <a:ext cx="6947662" cy="8771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r>
              <a:rPr lang="en-US" sz="170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Course code     :  CSE 2206</a:t>
            </a:r>
          </a:p>
          <a:p>
            <a:r>
              <a:rPr lang="en-US" sz="170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Course title        :  Database Management Systems Sessional</a:t>
            </a:r>
          </a:p>
          <a:p>
            <a:r>
              <a:rPr lang="en-US" sz="170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Course teacher : Hasan Muhammad </a:t>
            </a:r>
            <a:r>
              <a:rPr lang="en-US" sz="1700" cap="none" spc="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Kafi</a:t>
            </a:r>
            <a:r>
              <a:rPr lang="en-US" sz="170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, Assistant Professor</a:t>
            </a:r>
          </a:p>
        </p:txBody>
      </p:sp>
      <p:sp>
        <p:nvSpPr>
          <p:cNvPr id="21" name="Rectangle: Rounded Corners 20">
            <a:hlinkClick r:id="rId4" action="ppaction://hlinksldjump"/>
            <a:extLst>
              <a:ext uri="{FF2B5EF4-FFF2-40B4-BE49-F238E27FC236}">
                <a16:creationId xmlns:a16="http://schemas.microsoft.com/office/drawing/2014/main" id="{70E3E8D5-38B8-0F9E-0257-E67759A75C48}"/>
              </a:ext>
            </a:extLst>
          </p:cNvPr>
          <p:cNvSpPr/>
          <p:nvPr/>
        </p:nvSpPr>
        <p:spPr>
          <a:xfrm>
            <a:off x="9763125" y="296498"/>
            <a:ext cx="2145509" cy="529367"/>
          </a:xfrm>
          <a:prstGeom prst="roundRect">
            <a:avLst>
              <a:gd name="adj" fmla="val 39245"/>
            </a:avLst>
          </a:prstGeom>
          <a:gradFill>
            <a:gsLst>
              <a:gs pos="2000">
                <a:srgbClr val="0D161F"/>
              </a:gs>
              <a:gs pos="100000">
                <a:srgbClr val="0D161F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Group Information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A408FB-D333-2902-3B9D-5315BC568624}"/>
              </a:ext>
            </a:extLst>
          </p:cNvPr>
          <p:cNvSpPr/>
          <p:nvPr/>
        </p:nvSpPr>
        <p:spPr>
          <a:xfrm>
            <a:off x="292891" y="4553695"/>
            <a:ext cx="7718780" cy="646331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>
                <a:alpha val="69000"/>
              </a:scheme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r>
              <a:rPr lang="en-US" sz="36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High School Management System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19736C-81F4-1D40-31BD-37DBE16BCD17}"/>
              </a:ext>
            </a:extLst>
          </p:cNvPr>
          <p:cNvSpPr/>
          <p:nvPr/>
        </p:nvSpPr>
        <p:spPr>
          <a:xfrm>
            <a:off x="12191999" y="0"/>
            <a:ext cx="717995" cy="6858000"/>
          </a:xfrm>
          <a:prstGeom prst="rect">
            <a:avLst/>
          </a:prstGeom>
          <a:solidFill>
            <a:srgbClr val="0D161F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BDC58F8-CB93-D0E3-3116-DBB21C65AAE1}"/>
              </a:ext>
            </a:extLst>
          </p:cNvPr>
          <p:cNvSpPr/>
          <p:nvPr/>
        </p:nvSpPr>
        <p:spPr>
          <a:xfrm>
            <a:off x="12909994" y="5150862"/>
            <a:ext cx="3438762" cy="584775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>
                <a:alpha val="69000"/>
              </a:scheme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Group members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BA88C-9AA6-4326-551F-1B74AF5A3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977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7D94A561-023B-1106-16DF-CCD3484D68AB}"/>
              </a:ext>
            </a:extLst>
          </p:cNvPr>
          <p:cNvSpPr/>
          <p:nvPr/>
        </p:nvSpPr>
        <p:spPr>
          <a:xfrm>
            <a:off x="35095" y="-1163763"/>
            <a:ext cx="12192000" cy="115036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8D9D2-18D0-499E-885A-088A886AAD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45D87B-90D0-9B56-446C-E2B8ECC074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876B82-3236-512B-7990-A487067A4C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45" t="30741" b="2720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FB6416A-9ECA-9653-6DC1-B62DAFF4D519}"/>
              </a:ext>
            </a:extLst>
          </p:cNvPr>
          <p:cNvSpPr/>
          <p:nvPr/>
        </p:nvSpPr>
        <p:spPr>
          <a:xfrm>
            <a:off x="-3034241" y="0"/>
            <a:ext cx="8327136" cy="6858000"/>
          </a:xfrm>
          <a:prstGeom prst="rect">
            <a:avLst/>
          </a:prstGeom>
          <a:gradFill>
            <a:gsLst>
              <a:gs pos="2000">
                <a:srgbClr val="0D161F"/>
              </a:gs>
              <a:gs pos="100000">
                <a:srgbClr val="0D161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92C630-755E-81B5-2C49-1337D7508928}"/>
              </a:ext>
            </a:extLst>
          </p:cNvPr>
          <p:cNvSpPr/>
          <p:nvPr/>
        </p:nvSpPr>
        <p:spPr>
          <a:xfrm>
            <a:off x="-6618306" y="1702836"/>
            <a:ext cx="6388287" cy="1754326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>
                <a:alpha val="69000"/>
              </a:scheme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r>
              <a:rPr lang="en-US" sz="36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Bangladesh Army University</a:t>
            </a:r>
          </a:p>
          <a:p>
            <a:r>
              <a:rPr lang="en-US" sz="36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of Science and Technology</a:t>
            </a:r>
          </a:p>
          <a:p>
            <a:r>
              <a:rPr lang="en-US" sz="36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(BAUST)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EA37309-76F8-E085-6E35-33825319F25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18306" y="277521"/>
            <a:ext cx="1425315" cy="14253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17CE9D14-BEED-94DC-16B4-0DCCCD9096D3}"/>
              </a:ext>
            </a:extLst>
          </p:cNvPr>
          <p:cNvGrpSpPr/>
          <p:nvPr/>
        </p:nvGrpSpPr>
        <p:grpSpPr>
          <a:xfrm>
            <a:off x="-6552989" y="3522263"/>
            <a:ext cx="6451207" cy="923330"/>
            <a:chOff x="541176" y="3446601"/>
            <a:chExt cx="6451207" cy="92333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F2FC73B-71A0-67B1-231B-6A12191CB2F8}"/>
                </a:ext>
              </a:extLst>
            </p:cNvPr>
            <p:cNvSpPr/>
            <p:nvPr/>
          </p:nvSpPr>
          <p:spPr>
            <a:xfrm>
              <a:off x="607302" y="3446601"/>
              <a:ext cx="6385081" cy="92333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entury Gothic" panose="020B0502020202020204" pitchFamily="34" charset="0"/>
                </a:rPr>
                <a:t>Department of</a:t>
              </a:r>
            </a:p>
            <a:p>
              <a:r>
                <a:rPr lang="en-US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entury Gothic" panose="020B0502020202020204" pitchFamily="34" charset="0"/>
                </a:rPr>
                <a:t>Computer Science and Engineering</a:t>
              </a:r>
            </a:p>
            <a:p>
              <a:r>
                <a:rPr lang="en-US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entury Gothic" panose="020B0502020202020204" pitchFamily="34" charset="0"/>
                </a:rPr>
                <a:t>(CSE)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C2C1DDD-7D64-CCE1-8859-057A03AD7A6B}"/>
                </a:ext>
              </a:extLst>
            </p:cNvPr>
            <p:cNvCxnSpPr>
              <a:cxnSpLocks/>
            </p:cNvCxnSpPr>
            <p:nvPr/>
          </p:nvCxnSpPr>
          <p:spPr>
            <a:xfrm>
              <a:off x="541176" y="3609897"/>
              <a:ext cx="0" cy="596738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74BA3F5A-3033-6D53-C3CD-46B8BAB87D2F}"/>
              </a:ext>
            </a:extLst>
          </p:cNvPr>
          <p:cNvSpPr/>
          <p:nvPr/>
        </p:nvSpPr>
        <p:spPr>
          <a:xfrm>
            <a:off x="-6618306" y="5180736"/>
            <a:ext cx="6947662" cy="8771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r>
              <a:rPr lang="en-US" sz="170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Course code     :  CSE 2206</a:t>
            </a:r>
          </a:p>
          <a:p>
            <a:r>
              <a:rPr lang="en-US" sz="170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Course title        :  Database Management Systems Sessional</a:t>
            </a:r>
          </a:p>
          <a:p>
            <a:r>
              <a:rPr lang="en-US" sz="170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Course teacher : Hasan Muhammad </a:t>
            </a:r>
            <a:r>
              <a:rPr lang="en-US" sz="1700" cap="none" spc="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Kafi</a:t>
            </a:r>
            <a:r>
              <a:rPr lang="en-US" sz="170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, Assistant Professor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0E3E8D5-38B8-0F9E-0257-E67759A75C48}"/>
              </a:ext>
            </a:extLst>
          </p:cNvPr>
          <p:cNvSpPr/>
          <p:nvPr/>
        </p:nvSpPr>
        <p:spPr>
          <a:xfrm>
            <a:off x="327418" y="454315"/>
            <a:ext cx="2370301" cy="529367"/>
          </a:xfrm>
          <a:prstGeom prst="roundRect">
            <a:avLst>
              <a:gd name="adj" fmla="val 39245"/>
            </a:avLst>
          </a:prstGeom>
          <a:gradFill>
            <a:gsLst>
              <a:gs pos="2000">
                <a:schemeClr val="bg1"/>
              </a:gs>
              <a:gs pos="100000">
                <a:schemeClr val="bg1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entury Gothic" panose="020B0502020202020204" pitchFamily="34" charset="0"/>
              </a:rPr>
              <a:t>Group Information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A408FB-D333-2902-3B9D-5315BC568624}"/>
              </a:ext>
            </a:extLst>
          </p:cNvPr>
          <p:cNvSpPr/>
          <p:nvPr/>
        </p:nvSpPr>
        <p:spPr>
          <a:xfrm>
            <a:off x="327418" y="4030094"/>
            <a:ext cx="5210081" cy="830997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>
                <a:alpha val="69000"/>
              </a:scheme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r>
              <a:rPr lang="en-US" sz="240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Project name:</a:t>
            </a:r>
          </a:p>
          <a:p>
            <a:r>
              <a:rPr lang="en-US" sz="2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High School Management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B48276-2E4A-080F-00B0-6CCE6A312642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D161F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9BD397-2014-FB87-35F9-0567E8664F2B}"/>
              </a:ext>
            </a:extLst>
          </p:cNvPr>
          <p:cNvSpPr/>
          <p:nvPr/>
        </p:nvSpPr>
        <p:spPr>
          <a:xfrm>
            <a:off x="292891" y="5150862"/>
            <a:ext cx="3438762" cy="584775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>
                <a:alpha val="69000"/>
              </a:scheme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Group members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B4E1756-844C-8A7D-5796-1450BBF154DF}"/>
              </a:ext>
            </a:extLst>
          </p:cNvPr>
          <p:cNvGrpSpPr/>
          <p:nvPr/>
        </p:nvGrpSpPr>
        <p:grpSpPr>
          <a:xfrm>
            <a:off x="6472686" y="492415"/>
            <a:ext cx="5763071" cy="5995839"/>
            <a:chOff x="6472686" y="492415"/>
            <a:chExt cx="5763071" cy="5995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57E8951-E73C-AE6E-B5FD-8508D212266C}"/>
                </a:ext>
              </a:extLst>
            </p:cNvPr>
            <p:cNvGrpSpPr/>
            <p:nvPr/>
          </p:nvGrpSpPr>
          <p:grpSpPr>
            <a:xfrm>
              <a:off x="6472686" y="3666583"/>
              <a:ext cx="2542684" cy="2806815"/>
              <a:chOff x="6472686" y="3666583"/>
              <a:chExt cx="2542684" cy="2806815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B1DFEC6E-F63E-1A3F-D697-59F9C22D4A8A}"/>
                  </a:ext>
                </a:extLst>
              </p:cNvPr>
              <p:cNvGrpSpPr/>
              <p:nvPr/>
            </p:nvGrpSpPr>
            <p:grpSpPr>
              <a:xfrm>
                <a:off x="6750279" y="3666583"/>
                <a:ext cx="1987499" cy="1987499"/>
                <a:chOff x="7054363" y="4119563"/>
                <a:chExt cx="1628775" cy="1628775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44F547C2-DFE1-091F-71BD-00CFE8D7DD7E}"/>
                    </a:ext>
                  </a:extLst>
                </p:cNvPr>
                <p:cNvSpPr/>
                <p:nvPr/>
              </p:nvSpPr>
              <p:spPr>
                <a:xfrm>
                  <a:off x="7054363" y="4119563"/>
                  <a:ext cx="1628775" cy="1628775"/>
                </a:xfrm>
                <a:prstGeom prst="ellipse">
                  <a:avLst/>
                </a:prstGeom>
                <a:noFill/>
                <a:ln w="381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B0977777-D6E5-760F-AF94-A19AEB239E92}"/>
                    </a:ext>
                  </a:extLst>
                </p:cNvPr>
                <p:cNvSpPr/>
                <p:nvPr/>
              </p:nvSpPr>
              <p:spPr>
                <a:xfrm>
                  <a:off x="7101301" y="4166502"/>
                  <a:ext cx="1534896" cy="1534896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5A9EAB1-FF1E-DBA0-BAC5-25E051D49A5D}"/>
                  </a:ext>
                </a:extLst>
              </p:cNvPr>
              <p:cNvSpPr/>
              <p:nvPr/>
            </p:nvSpPr>
            <p:spPr>
              <a:xfrm>
                <a:off x="6472686" y="5642401"/>
                <a:ext cx="2542684" cy="830997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400" b="1" cap="none" spc="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entury Gothic" panose="020B0502020202020204" pitchFamily="34" charset="0"/>
                  </a:rPr>
                  <a:t>Md. Nur A Alam</a:t>
                </a:r>
              </a:p>
              <a:p>
                <a:pPr algn="ctr"/>
                <a:r>
                  <a:rPr lang="en-US" sz="2400" b="1" cap="none" spc="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entury Gothic" panose="020B0502020202020204" pitchFamily="34" charset="0"/>
                  </a:rPr>
                  <a:t>210201044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3B4B06-07C7-4847-5E2F-CE535328541B}"/>
                </a:ext>
              </a:extLst>
            </p:cNvPr>
            <p:cNvGrpSpPr/>
            <p:nvPr/>
          </p:nvGrpSpPr>
          <p:grpSpPr>
            <a:xfrm>
              <a:off x="9207364" y="3666583"/>
              <a:ext cx="3028393" cy="2821671"/>
              <a:chOff x="9207364" y="3666583"/>
              <a:chExt cx="3028393" cy="2821671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93F290B-7542-A0C1-3069-AFBF2C521C9B}"/>
                  </a:ext>
                </a:extLst>
              </p:cNvPr>
              <p:cNvSpPr/>
              <p:nvPr/>
            </p:nvSpPr>
            <p:spPr>
              <a:xfrm>
                <a:off x="9727812" y="3666583"/>
                <a:ext cx="1987499" cy="1987499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EB29B97C-666E-5899-5D46-43FB0AE0D6A8}"/>
                  </a:ext>
                </a:extLst>
              </p:cNvPr>
              <p:cNvSpPr/>
              <p:nvPr/>
            </p:nvSpPr>
            <p:spPr>
              <a:xfrm>
                <a:off x="9785089" y="3723860"/>
                <a:ext cx="1872944" cy="187294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4D266337-B39F-75A8-B9FA-2FC2589B60AB}"/>
                  </a:ext>
                </a:extLst>
              </p:cNvPr>
              <p:cNvSpPr/>
              <p:nvPr/>
            </p:nvSpPr>
            <p:spPr>
              <a:xfrm>
                <a:off x="9207364" y="5657257"/>
                <a:ext cx="3028393" cy="830997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400" b="1" cap="none" spc="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entury Gothic" panose="020B0502020202020204" pitchFamily="34" charset="0"/>
                  </a:rPr>
                  <a:t>Rakib Hasan Fahim</a:t>
                </a:r>
              </a:p>
              <a:p>
                <a:pPr algn="ctr"/>
                <a:r>
                  <a:rPr lang="en-US" sz="2400" b="1" cap="none" spc="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entury Gothic" panose="020B0502020202020204" pitchFamily="34" charset="0"/>
                  </a:rPr>
                  <a:t>210201045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AEA41D8-3B90-3594-A35C-8A97B5C56935}"/>
                </a:ext>
              </a:extLst>
            </p:cNvPr>
            <p:cNvGrpSpPr/>
            <p:nvPr/>
          </p:nvGrpSpPr>
          <p:grpSpPr>
            <a:xfrm>
              <a:off x="6750279" y="492415"/>
              <a:ext cx="1987499" cy="2751798"/>
              <a:chOff x="6750279" y="492415"/>
              <a:chExt cx="1987499" cy="2751798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5BDD77C-5231-095B-62DE-8C655B33E257}"/>
                  </a:ext>
                </a:extLst>
              </p:cNvPr>
              <p:cNvSpPr/>
              <p:nvPr/>
            </p:nvSpPr>
            <p:spPr>
              <a:xfrm>
                <a:off x="6750279" y="492415"/>
                <a:ext cx="1987499" cy="1987499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1B2D350-29F7-FA85-A410-717C39EE5B96}"/>
                  </a:ext>
                </a:extLst>
              </p:cNvPr>
              <p:cNvSpPr/>
              <p:nvPr/>
            </p:nvSpPr>
            <p:spPr>
              <a:xfrm>
                <a:off x="6807556" y="549692"/>
                <a:ext cx="1872944" cy="187294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F881AAF-3E5B-AAD8-D113-2AC4F1900B6A}"/>
                  </a:ext>
                </a:extLst>
              </p:cNvPr>
              <p:cNvSpPr/>
              <p:nvPr/>
            </p:nvSpPr>
            <p:spPr>
              <a:xfrm>
                <a:off x="6872635" y="2413216"/>
                <a:ext cx="1742786" cy="830997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400" b="1" cap="none" spc="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entury Gothic" panose="020B0502020202020204" pitchFamily="34" charset="0"/>
                  </a:rPr>
                  <a:t>Ifti Haque</a:t>
                </a:r>
              </a:p>
              <a:p>
                <a:pPr algn="ctr"/>
                <a:r>
                  <a:rPr lang="en-US" sz="2400" b="1" cap="none" spc="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entury Gothic" panose="020B0502020202020204" pitchFamily="34" charset="0"/>
                  </a:rPr>
                  <a:t>210201020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1DB76C88-ADEF-9B56-D6FE-071FF27B0A02}"/>
                </a:ext>
              </a:extLst>
            </p:cNvPr>
            <p:cNvGrpSpPr/>
            <p:nvPr/>
          </p:nvGrpSpPr>
          <p:grpSpPr>
            <a:xfrm>
              <a:off x="9243433" y="492415"/>
              <a:ext cx="2956257" cy="2766654"/>
              <a:chOff x="9243433" y="492415"/>
              <a:chExt cx="2956257" cy="276665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703F11D2-5D6B-A913-2F26-ED11D2211BD9}"/>
                  </a:ext>
                </a:extLst>
              </p:cNvPr>
              <p:cNvSpPr/>
              <p:nvPr/>
            </p:nvSpPr>
            <p:spPr>
              <a:xfrm>
                <a:off x="9727812" y="492415"/>
                <a:ext cx="1987499" cy="1987499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36856FB6-F64A-E263-CD91-15A3C954C186}"/>
                  </a:ext>
                </a:extLst>
              </p:cNvPr>
              <p:cNvSpPr/>
              <p:nvPr/>
            </p:nvSpPr>
            <p:spPr>
              <a:xfrm>
                <a:off x="9785089" y="549692"/>
                <a:ext cx="1872944" cy="1872944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6A7EB9C-AAC3-8DBF-AE5E-BC31654DD7BB}"/>
                  </a:ext>
                </a:extLst>
              </p:cNvPr>
              <p:cNvSpPr/>
              <p:nvPr/>
            </p:nvSpPr>
            <p:spPr>
              <a:xfrm>
                <a:off x="9243433" y="2428072"/>
                <a:ext cx="2956257" cy="830997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400" b="1" cap="none" spc="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entury Gothic" panose="020B0502020202020204" pitchFamily="34" charset="0"/>
                  </a:rPr>
                  <a:t>Md. </a:t>
                </a:r>
                <a:r>
                  <a:rPr lang="en-US" sz="2400" b="1" cap="none" spc="0" dirty="0" err="1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entury Gothic" panose="020B0502020202020204" pitchFamily="34" charset="0"/>
                  </a:rPr>
                  <a:t>Nihad</a:t>
                </a:r>
                <a:r>
                  <a:rPr lang="en-US" sz="2400" b="1" cap="none" spc="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entury Gothic" panose="020B0502020202020204" pitchFamily="34" charset="0"/>
                  </a:rPr>
                  <a:t> Hossain</a:t>
                </a:r>
              </a:p>
              <a:p>
                <a:pPr algn="ctr"/>
                <a:r>
                  <a:rPr lang="en-US" sz="2400" b="1" cap="none" spc="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entury Gothic" panose="020B0502020202020204" pitchFamily="34" charset="0"/>
                  </a:rPr>
                  <a:t>210201023</a:t>
                </a:r>
              </a:p>
            </p:txBody>
          </p:sp>
        </p:grp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2B8BA-0915-E996-46D5-4D5FE8EB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881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39"/>
          <p:cNvSpPr txBox="1">
            <a:spLocks noGrp="1"/>
          </p:cNvSpPr>
          <p:nvPr>
            <p:ph type="title"/>
          </p:nvPr>
        </p:nvSpPr>
        <p:spPr>
          <a:xfrm>
            <a:off x="609600" y="548033"/>
            <a:ext cx="10972800" cy="365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dirty="0"/>
              <a:t>Table of Contents</a:t>
            </a:r>
          </a:p>
        </p:txBody>
      </p:sp>
      <p:sp>
        <p:nvSpPr>
          <p:cNvPr id="848" name="Google Shape;848;p39">
            <a:hlinkClick r:id="rId3" action="ppaction://hlinksldjump"/>
          </p:cNvPr>
          <p:cNvSpPr/>
          <p:nvPr/>
        </p:nvSpPr>
        <p:spPr>
          <a:xfrm>
            <a:off x="1877674" y="5047052"/>
            <a:ext cx="4145979" cy="1014914"/>
          </a:xfrm>
          <a:prstGeom prst="rect">
            <a:avLst/>
          </a:prstGeom>
          <a:solidFill>
            <a:schemeClr val="tx1">
              <a:lumMod val="50000"/>
              <a:lumOff val="50000"/>
              <a:alpha val="38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800" dirty="0">
                <a:latin typeface="Fira Sans Extra Condensed Medium"/>
              </a:rPr>
              <a:t>Related Available Projects</a:t>
            </a:r>
          </a:p>
        </p:txBody>
      </p:sp>
      <p:sp>
        <p:nvSpPr>
          <p:cNvPr id="853" name="Google Shape;853;p39">
            <a:hlinkClick r:id="rId4" action="ppaction://hlinksldjump"/>
          </p:cNvPr>
          <p:cNvSpPr/>
          <p:nvPr/>
        </p:nvSpPr>
        <p:spPr>
          <a:xfrm>
            <a:off x="1877674" y="2917632"/>
            <a:ext cx="4145979" cy="1014914"/>
          </a:xfrm>
          <a:prstGeom prst="rect">
            <a:avLst/>
          </a:prstGeom>
          <a:solidFill>
            <a:schemeClr val="tx1">
              <a:lumMod val="50000"/>
              <a:lumOff val="50000"/>
              <a:alpha val="38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800" dirty="0">
                <a:latin typeface="Fira Sans Extra Condensed Medium"/>
              </a:rPr>
              <a:t>Problem Definition</a:t>
            </a:r>
          </a:p>
        </p:txBody>
      </p:sp>
      <p:sp>
        <p:nvSpPr>
          <p:cNvPr id="858" name="Google Shape;858;p39">
            <a:hlinkClick r:id="rId5" action="ppaction://hlinksldjump"/>
          </p:cNvPr>
          <p:cNvSpPr/>
          <p:nvPr/>
        </p:nvSpPr>
        <p:spPr>
          <a:xfrm>
            <a:off x="1877674" y="3982163"/>
            <a:ext cx="4145979" cy="1014914"/>
          </a:xfrm>
          <a:prstGeom prst="rect">
            <a:avLst/>
          </a:prstGeom>
          <a:solidFill>
            <a:schemeClr val="tx1">
              <a:lumMod val="50000"/>
              <a:lumOff val="50000"/>
              <a:alpha val="38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800" dirty="0">
                <a:latin typeface="Fira Sans Extra Condensed Medium"/>
              </a:rPr>
              <a:t>Objectives</a:t>
            </a:r>
          </a:p>
        </p:txBody>
      </p:sp>
      <p:sp>
        <p:nvSpPr>
          <p:cNvPr id="863" name="Google Shape;863;p39">
            <a:hlinkClick r:id="rId6" action="ppaction://hlinksldjump"/>
          </p:cNvPr>
          <p:cNvSpPr/>
          <p:nvPr/>
        </p:nvSpPr>
        <p:spPr>
          <a:xfrm>
            <a:off x="1877674" y="1855694"/>
            <a:ext cx="4145979" cy="1014914"/>
          </a:xfrm>
          <a:prstGeom prst="rect">
            <a:avLst/>
          </a:prstGeom>
          <a:solidFill>
            <a:schemeClr val="tx1">
              <a:lumMod val="50000"/>
              <a:lumOff val="50000"/>
              <a:alpha val="38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800" dirty="0">
                <a:latin typeface="Fira Sans Extra Condensed Medium"/>
              </a:rPr>
              <a:t>Introduction</a:t>
            </a:r>
          </a:p>
        </p:txBody>
      </p:sp>
      <p:sp>
        <p:nvSpPr>
          <p:cNvPr id="8" name="Google Shape;848;p39">
            <a:hlinkClick r:id="rId7" action="ppaction://hlinksldjump"/>
            <a:extLst>
              <a:ext uri="{FF2B5EF4-FFF2-40B4-BE49-F238E27FC236}">
                <a16:creationId xmlns:a16="http://schemas.microsoft.com/office/drawing/2014/main" id="{CE4F5D59-2991-0D4C-03A9-F8F8FB81921D}"/>
              </a:ext>
            </a:extLst>
          </p:cNvPr>
          <p:cNvSpPr/>
          <p:nvPr/>
        </p:nvSpPr>
        <p:spPr>
          <a:xfrm>
            <a:off x="7589451" y="5047052"/>
            <a:ext cx="4145979" cy="1014914"/>
          </a:xfrm>
          <a:prstGeom prst="rect">
            <a:avLst/>
          </a:prstGeom>
          <a:solidFill>
            <a:schemeClr val="tx1">
              <a:lumMod val="50000"/>
              <a:lumOff val="50000"/>
              <a:alpha val="38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800" dirty="0">
                <a:latin typeface="Fira Sans Extra Condensed Medium"/>
              </a:rPr>
              <a:t>References</a:t>
            </a:r>
          </a:p>
        </p:txBody>
      </p:sp>
      <p:sp>
        <p:nvSpPr>
          <p:cNvPr id="10" name="Google Shape;853;p39">
            <a:hlinkClick r:id="rId8" action="ppaction://hlinksldjump"/>
            <a:extLst>
              <a:ext uri="{FF2B5EF4-FFF2-40B4-BE49-F238E27FC236}">
                <a16:creationId xmlns:a16="http://schemas.microsoft.com/office/drawing/2014/main" id="{2D865E27-E4A8-440A-2852-C41BD62DE534}"/>
              </a:ext>
            </a:extLst>
          </p:cNvPr>
          <p:cNvSpPr/>
          <p:nvPr/>
        </p:nvSpPr>
        <p:spPr>
          <a:xfrm>
            <a:off x="7589451" y="2917632"/>
            <a:ext cx="4145979" cy="1014914"/>
          </a:xfrm>
          <a:prstGeom prst="rect">
            <a:avLst/>
          </a:prstGeom>
          <a:solidFill>
            <a:schemeClr val="tx1">
              <a:lumMod val="50000"/>
              <a:lumOff val="50000"/>
              <a:alpha val="38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800" dirty="0">
                <a:latin typeface="Fira Sans Extra Condensed Medium"/>
              </a:rPr>
              <a:t>Tools and Technology</a:t>
            </a:r>
          </a:p>
        </p:txBody>
      </p:sp>
      <p:sp>
        <p:nvSpPr>
          <p:cNvPr id="12" name="Google Shape;858;p39">
            <a:hlinkClick r:id="rId9" action="ppaction://hlinksldjump"/>
            <a:extLst>
              <a:ext uri="{FF2B5EF4-FFF2-40B4-BE49-F238E27FC236}">
                <a16:creationId xmlns:a16="http://schemas.microsoft.com/office/drawing/2014/main" id="{237AF788-CED6-50A5-B307-8C3FC40B8095}"/>
              </a:ext>
            </a:extLst>
          </p:cNvPr>
          <p:cNvSpPr/>
          <p:nvPr/>
        </p:nvSpPr>
        <p:spPr>
          <a:xfrm>
            <a:off x="7589451" y="3982163"/>
            <a:ext cx="4145979" cy="1014914"/>
          </a:xfrm>
          <a:prstGeom prst="rect">
            <a:avLst/>
          </a:prstGeom>
          <a:solidFill>
            <a:schemeClr val="tx1">
              <a:lumMod val="50000"/>
              <a:lumOff val="50000"/>
              <a:alpha val="38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800" dirty="0">
                <a:latin typeface="Fira Sans Extra Condensed Medium"/>
              </a:rPr>
              <a:t>Conclusion</a:t>
            </a:r>
          </a:p>
        </p:txBody>
      </p:sp>
      <p:sp>
        <p:nvSpPr>
          <p:cNvPr id="14" name="Google Shape;863;p39">
            <a:hlinkClick r:id="rId8" action="ppaction://hlinksldjump"/>
            <a:extLst>
              <a:ext uri="{FF2B5EF4-FFF2-40B4-BE49-F238E27FC236}">
                <a16:creationId xmlns:a16="http://schemas.microsoft.com/office/drawing/2014/main" id="{25839511-2D37-CC23-41B1-B7FCCEB8818E}"/>
              </a:ext>
            </a:extLst>
          </p:cNvPr>
          <p:cNvSpPr/>
          <p:nvPr/>
        </p:nvSpPr>
        <p:spPr>
          <a:xfrm>
            <a:off x="7589451" y="1855694"/>
            <a:ext cx="4145979" cy="1014914"/>
          </a:xfrm>
          <a:prstGeom prst="rect">
            <a:avLst/>
          </a:prstGeom>
          <a:solidFill>
            <a:schemeClr val="tx1">
              <a:lumMod val="50000"/>
              <a:lumOff val="50000"/>
              <a:alpha val="38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800" dirty="0">
                <a:latin typeface="Fira Sans Extra Condensed Medium"/>
              </a:rPr>
              <a:t>Methodology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93410E6-5FFC-3813-6DB4-876349A39D85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734" y="2004878"/>
            <a:ext cx="716542" cy="7165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95815FE-D223-2CA1-8909-54D3EF5FD96E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04" y="3103625"/>
            <a:ext cx="716542" cy="71654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337C4FE-995D-57E0-C3AD-66B45C709A1F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04" y="4155131"/>
            <a:ext cx="716542" cy="71654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6F81DFE-94D7-F138-3649-2EF1CBEDFBFA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63" y="1957638"/>
            <a:ext cx="811025" cy="8110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3D2FEB1-67F7-FC61-FE96-CF6F19945AE2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3" y="5206637"/>
            <a:ext cx="695745" cy="69574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FB6B61B-6884-8B32-0E7C-400EF35806CC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734" y="5196236"/>
            <a:ext cx="716542" cy="71654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CB67C3E-41A7-E24C-2EAB-6241C77E7A3C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734" y="3038155"/>
            <a:ext cx="716542" cy="71654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9E248AC-6831-AE73-ED54-6F41568C5EA6}"/>
              </a:ext>
            </a:extLst>
          </p:cNvPr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970" y="4071432"/>
            <a:ext cx="808070" cy="808072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331011B5-FC9B-F3F4-5F39-78E1D3CCE607}"/>
              </a:ext>
            </a:extLst>
          </p:cNvPr>
          <p:cNvGrpSpPr/>
          <p:nvPr/>
        </p:nvGrpSpPr>
        <p:grpSpPr>
          <a:xfrm>
            <a:off x="6168348" y="1855870"/>
            <a:ext cx="1369314" cy="4205927"/>
            <a:chOff x="6168348" y="1855870"/>
            <a:chExt cx="1369314" cy="4205927"/>
          </a:xfrm>
        </p:grpSpPr>
        <p:sp>
          <p:nvSpPr>
            <p:cNvPr id="9" name="Google Shape;849;p39">
              <a:hlinkClick r:id="rId7" action="ppaction://hlinksldjump"/>
              <a:extLst>
                <a:ext uri="{FF2B5EF4-FFF2-40B4-BE49-F238E27FC236}">
                  <a16:creationId xmlns:a16="http://schemas.microsoft.com/office/drawing/2014/main" id="{8FAFA2BE-1C29-43CE-D41E-E0F059C6BD8B}"/>
                </a:ext>
              </a:extLst>
            </p:cNvPr>
            <p:cNvSpPr/>
            <p:nvPr/>
          </p:nvSpPr>
          <p:spPr>
            <a:xfrm>
              <a:off x="6168348" y="5047228"/>
              <a:ext cx="1369314" cy="1014569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3600" dirty="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" name="Google Shape;859;p39">
              <a:hlinkClick r:id="rId9" action="ppaction://hlinksldjump"/>
              <a:extLst>
                <a:ext uri="{FF2B5EF4-FFF2-40B4-BE49-F238E27FC236}">
                  <a16:creationId xmlns:a16="http://schemas.microsoft.com/office/drawing/2014/main" id="{28C2A98B-7C60-6CAD-C03D-583AC1F3295D}"/>
                </a:ext>
              </a:extLst>
            </p:cNvPr>
            <p:cNvSpPr/>
            <p:nvPr/>
          </p:nvSpPr>
          <p:spPr>
            <a:xfrm>
              <a:off x="6168348" y="3982339"/>
              <a:ext cx="1369314" cy="1014569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3600" dirty="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" name="Google Shape;865;p39">
              <a:hlinkClick r:id="rId8" action="ppaction://hlinksldjump"/>
              <a:extLst>
                <a:ext uri="{FF2B5EF4-FFF2-40B4-BE49-F238E27FC236}">
                  <a16:creationId xmlns:a16="http://schemas.microsoft.com/office/drawing/2014/main" id="{0E79112B-464A-AD8C-9053-E90BD7912478}"/>
                </a:ext>
              </a:extLst>
            </p:cNvPr>
            <p:cNvSpPr/>
            <p:nvPr/>
          </p:nvSpPr>
          <p:spPr>
            <a:xfrm>
              <a:off x="6168348" y="1855870"/>
              <a:ext cx="1369314" cy="1014569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3600" dirty="0">
                <a:solidFill>
                  <a:sysClr val="windowText" lastClr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54" name="Google Shape;865;p39">
              <a:hlinkClick r:id="rId8" action="ppaction://hlinksldjump"/>
              <a:extLst>
                <a:ext uri="{FF2B5EF4-FFF2-40B4-BE49-F238E27FC236}">
                  <a16:creationId xmlns:a16="http://schemas.microsoft.com/office/drawing/2014/main" id="{4DECA9D8-64F5-CF11-6E8D-FA6AD057AB1F}"/>
                </a:ext>
              </a:extLst>
            </p:cNvPr>
            <p:cNvSpPr/>
            <p:nvPr/>
          </p:nvSpPr>
          <p:spPr>
            <a:xfrm>
              <a:off x="6168348" y="2918824"/>
              <a:ext cx="1369314" cy="1014569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3600" dirty="0">
                <a:solidFill>
                  <a:sysClr val="windowText" lastClr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98D8404-E85F-8C31-CCC9-9215EA2C95E9}"/>
              </a:ext>
            </a:extLst>
          </p:cNvPr>
          <p:cNvGrpSpPr/>
          <p:nvPr/>
        </p:nvGrpSpPr>
        <p:grpSpPr>
          <a:xfrm>
            <a:off x="456571" y="1855865"/>
            <a:ext cx="1369314" cy="4205932"/>
            <a:chOff x="456571" y="1855865"/>
            <a:chExt cx="1369314" cy="4205932"/>
          </a:xfrm>
        </p:grpSpPr>
        <p:sp>
          <p:nvSpPr>
            <p:cNvPr id="849" name="Google Shape;849;p39">
              <a:hlinkClick r:id="rId3" action="ppaction://hlinksldjump"/>
            </p:cNvPr>
            <p:cNvSpPr/>
            <p:nvPr/>
          </p:nvSpPr>
          <p:spPr>
            <a:xfrm>
              <a:off x="456571" y="5047228"/>
              <a:ext cx="1369314" cy="1014569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3600" dirty="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854" name="Google Shape;854;p39">
              <a:hlinkClick r:id="rId4" action="ppaction://hlinksldjump"/>
            </p:cNvPr>
            <p:cNvSpPr/>
            <p:nvPr/>
          </p:nvSpPr>
          <p:spPr>
            <a:xfrm>
              <a:off x="456571" y="2917809"/>
              <a:ext cx="1369314" cy="1014569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3600" dirty="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859" name="Google Shape;859;p39">
              <a:hlinkClick r:id="rId5" action="ppaction://hlinksldjump"/>
            </p:cNvPr>
            <p:cNvSpPr/>
            <p:nvPr/>
          </p:nvSpPr>
          <p:spPr>
            <a:xfrm>
              <a:off x="456571" y="3982339"/>
              <a:ext cx="1369314" cy="1014569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3600" dirty="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" name="Google Shape;854;p39">
              <a:hlinkClick r:id="rId6" action="ppaction://hlinksldjump"/>
              <a:extLst>
                <a:ext uri="{FF2B5EF4-FFF2-40B4-BE49-F238E27FC236}">
                  <a16:creationId xmlns:a16="http://schemas.microsoft.com/office/drawing/2014/main" id="{C76DE885-07E0-C55C-9BC0-6D2C7417B190}"/>
                </a:ext>
              </a:extLst>
            </p:cNvPr>
            <p:cNvSpPr/>
            <p:nvPr/>
          </p:nvSpPr>
          <p:spPr>
            <a:xfrm>
              <a:off x="456571" y="1855865"/>
              <a:ext cx="1369314" cy="1014569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3600" dirty="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1E03F661-7285-85E6-953F-8638087AD3A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788" y="8220036"/>
            <a:ext cx="5190145" cy="46641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25214B-1092-47B3-779C-DB5CF0C7842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346" y="8830023"/>
            <a:ext cx="3674024" cy="37699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338725-906B-B16E-3A4F-D283B6281DF2}"/>
              </a:ext>
            </a:extLst>
          </p:cNvPr>
          <p:cNvSpPr txBox="1"/>
          <p:nvPr/>
        </p:nvSpPr>
        <p:spPr>
          <a:xfrm>
            <a:off x="7897090" y="6488442"/>
            <a:ext cx="42949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cap="none" spc="0" dirty="0">
                <a:ln w="0"/>
                <a:latin typeface="Century Gothic" panose="020B0502020202020204" pitchFamily="34" charset="0"/>
              </a:rPr>
              <a:t>Project title: High School Management System</a:t>
            </a: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07078-CEFD-3A47-F711-CD6D8DE40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1.48148E-6 L -1.45833E-6 -0.0557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8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AB2DB6B-2981-8B9E-31AA-B6B08C415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194" y="4053035"/>
            <a:ext cx="5190145" cy="466415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2B09B94-136E-9A68-85D2-D68F7085EC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179" y="5912768"/>
            <a:ext cx="3929712" cy="2331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BBED9A9-DCF5-3D43-6F0F-58FEB8A846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346" y="2252242"/>
            <a:ext cx="3674024" cy="376996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052F5C-2293-50F9-3D8D-545687CB0576}"/>
              </a:ext>
            </a:extLst>
          </p:cNvPr>
          <p:cNvCxnSpPr>
            <a:cxnSpLocks/>
            <a:stCxn id="14" idx="4"/>
            <a:endCxn id="16" idx="0"/>
          </p:cNvCxnSpPr>
          <p:nvPr/>
        </p:nvCxnSpPr>
        <p:spPr>
          <a:xfrm>
            <a:off x="1884987" y="2297117"/>
            <a:ext cx="0" cy="12752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29BB3EB-626A-5D85-C225-80577BAA90C9}"/>
              </a:ext>
            </a:extLst>
          </p:cNvPr>
          <p:cNvSpPr/>
          <p:nvPr/>
        </p:nvSpPr>
        <p:spPr>
          <a:xfrm>
            <a:off x="1688931" y="1905006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2FC9B2F-2097-6412-3355-E774BCF498CD}"/>
              </a:ext>
            </a:extLst>
          </p:cNvPr>
          <p:cNvSpPr/>
          <p:nvPr/>
        </p:nvSpPr>
        <p:spPr>
          <a:xfrm>
            <a:off x="1688931" y="2628931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D18D242-3E1E-2A4A-FAD3-77D04EECC436}"/>
              </a:ext>
            </a:extLst>
          </p:cNvPr>
          <p:cNvSpPr/>
          <p:nvPr/>
        </p:nvSpPr>
        <p:spPr>
          <a:xfrm>
            <a:off x="1688931" y="3572376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37BF1B-DC24-6E74-DA5D-7EEB13977908}"/>
              </a:ext>
            </a:extLst>
          </p:cNvPr>
          <p:cNvSpPr txBox="1"/>
          <p:nvPr/>
        </p:nvSpPr>
        <p:spPr>
          <a:xfrm>
            <a:off x="1734017" y="1826309"/>
            <a:ext cx="6490447" cy="301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600" b="1" kern="100" dirty="0">
                <a:ea typeface="Calibri" panose="020F0502020204030204" pitchFamily="34" charset="0"/>
                <a:cs typeface="Arial" panose="020B0604020202020204" pitchFamily="34" charset="0"/>
              </a:rPr>
              <a:t>It is a w</a:t>
            </a:r>
            <a:r>
              <a:rPr lang="en-US" sz="16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ell-featured user interactable web-based application.</a:t>
            </a:r>
          </a:p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1600" b="1" kern="1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6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It will evaluate and grow students skills</a:t>
            </a:r>
            <a:r>
              <a:rPr lang="en-US" sz="1600" b="1" kern="100" dirty="0">
                <a:ea typeface="Calibri" panose="020F0502020204030204" pitchFamily="34" charset="0"/>
                <a:cs typeface="Arial" panose="020B0604020202020204" pitchFamily="34" charset="0"/>
              </a:rPr>
              <a:t> according to their performance.</a:t>
            </a:r>
          </a:p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1200" b="1" kern="1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600" b="1" kern="100" dirty="0">
                <a:ea typeface="Calibri" panose="020F0502020204030204" pitchFamily="34" charset="0"/>
                <a:cs typeface="Arial" panose="020B0604020202020204" pitchFamily="34" charset="0"/>
              </a:rPr>
              <a:t>Improve communication between authorities and students.</a:t>
            </a:r>
          </a:p>
          <a:p>
            <a:pPr marL="171450" marR="0" lvl="0" indent="-1714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1600" b="1" kern="1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US" sz="16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71" name="Picture 1070">
            <a:hlinkClick r:id="rId5" action="ppaction://hlinksldjump"/>
            <a:extLst>
              <a:ext uri="{FF2B5EF4-FFF2-40B4-BE49-F238E27FC236}">
                <a16:creationId xmlns:a16="http://schemas.microsoft.com/office/drawing/2014/main" id="{379AAD34-DF03-10DE-7EA5-035555FDBD6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3597482"/>
            <a:ext cx="441484" cy="441485"/>
          </a:xfrm>
          <a:prstGeom prst="rect">
            <a:avLst/>
          </a:prstGeom>
        </p:spPr>
      </p:pic>
      <p:pic>
        <p:nvPicPr>
          <p:cNvPr id="1072" name="Picture 1071">
            <a:hlinkClick r:id="rId7" action="ppaction://hlinksldjump"/>
            <a:extLst>
              <a:ext uri="{FF2B5EF4-FFF2-40B4-BE49-F238E27FC236}">
                <a16:creationId xmlns:a16="http://schemas.microsoft.com/office/drawing/2014/main" id="{B5FF3AA8-605F-3053-FF5F-B69CD4F879F5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1241965"/>
            <a:ext cx="441484" cy="441485"/>
          </a:xfrm>
          <a:prstGeom prst="rect">
            <a:avLst/>
          </a:prstGeom>
        </p:spPr>
      </p:pic>
      <p:pic>
        <p:nvPicPr>
          <p:cNvPr id="1073" name="Picture 1072">
            <a:hlinkClick r:id="rId9" action="ppaction://hlinksldjump"/>
            <a:extLst>
              <a:ext uri="{FF2B5EF4-FFF2-40B4-BE49-F238E27FC236}">
                <a16:creationId xmlns:a16="http://schemas.microsoft.com/office/drawing/2014/main" id="{3156769D-60EB-96A5-C82F-DABCB8331603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2031409"/>
            <a:ext cx="441484" cy="441485"/>
          </a:xfrm>
          <a:prstGeom prst="rect">
            <a:avLst/>
          </a:prstGeom>
        </p:spPr>
      </p:pic>
      <p:pic>
        <p:nvPicPr>
          <p:cNvPr id="1074" name="Picture 1073">
            <a:extLst>
              <a:ext uri="{FF2B5EF4-FFF2-40B4-BE49-F238E27FC236}">
                <a16:creationId xmlns:a16="http://schemas.microsoft.com/office/drawing/2014/main" id="{52AD2F3A-B913-E22E-C13A-395EED5A3738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0" y="222296"/>
            <a:ext cx="840640" cy="840640"/>
          </a:xfrm>
          <a:prstGeom prst="rect">
            <a:avLst/>
          </a:prstGeom>
          <a:effectLst>
            <a:glow rad="63500">
              <a:schemeClr val="bg1">
                <a:lumMod val="9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75" name="Picture 1074">
            <a:hlinkClick r:id="rId12" action="ppaction://hlinksldjump"/>
            <a:extLst>
              <a:ext uri="{FF2B5EF4-FFF2-40B4-BE49-F238E27FC236}">
                <a16:creationId xmlns:a16="http://schemas.microsoft.com/office/drawing/2014/main" id="{1D0C0B63-3DD6-33B9-9A07-EB3758FC2EF5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74" y="2820853"/>
            <a:ext cx="428670" cy="428670"/>
          </a:xfrm>
          <a:prstGeom prst="rect">
            <a:avLst/>
          </a:prstGeom>
        </p:spPr>
      </p:pic>
      <p:pic>
        <p:nvPicPr>
          <p:cNvPr id="1076" name="Picture 1075">
            <a:hlinkClick r:id="rId14" action="ppaction://hlinksldjump"/>
            <a:extLst>
              <a:ext uri="{FF2B5EF4-FFF2-40B4-BE49-F238E27FC236}">
                <a16:creationId xmlns:a16="http://schemas.microsoft.com/office/drawing/2014/main" id="{80BAE376-6EC4-7229-C8EB-4FAC0295B406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6022208"/>
            <a:ext cx="441484" cy="441485"/>
          </a:xfrm>
          <a:prstGeom prst="rect">
            <a:avLst/>
          </a:prstGeom>
        </p:spPr>
      </p:pic>
      <p:pic>
        <p:nvPicPr>
          <p:cNvPr id="1077" name="Picture 1076">
            <a:hlinkClick r:id="rId5" action="ppaction://hlinksldjump"/>
            <a:extLst>
              <a:ext uri="{FF2B5EF4-FFF2-40B4-BE49-F238E27FC236}">
                <a16:creationId xmlns:a16="http://schemas.microsoft.com/office/drawing/2014/main" id="{7D8FA9EF-62A4-1224-6728-E50ED6FAB261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4386926"/>
            <a:ext cx="441484" cy="441485"/>
          </a:xfrm>
          <a:prstGeom prst="rect">
            <a:avLst/>
          </a:prstGeom>
        </p:spPr>
      </p:pic>
      <p:pic>
        <p:nvPicPr>
          <p:cNvPr id="1098" name="Picture 1097">
            <a:hlinkClick r:id="rId17" action="ppaction://hlinksldjump"/>
            <a:extLst>
              <a:ext uri="{FF2B5EF4-FFF2-40B4-BE49-F238E27FC236}">
                <a16:creationId xmlns:a16="http://schemas.microsoft.com/office/drawing/2014/main" id="{8BBD4D73-C184-1FF8-1756-975D975B036C}"/>
              </a:ext>
            </a:extLst>
          </p:cNvPr>
          <p:cNvPicPr>
            <a:picLocks noChangeAspect="1"/>
          </p:cNvPicPr>
          <p:nvPr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70" y="5176370"/>
            <a:ext cx="497878" cy="497879"/>
          </a:xfrm>
          <a:prstGeom prst="rect">
            <a:avLst/>
          </a:prstGeom>
        </p:spPr>
      </p:pic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7644354-8403-75A9-B46A-08A712245E94}"/>
              </a:ext>
            </a:extLst>
          </p:cNvPr>
          <p:cNvSpPr/>
          <p:nvPr/>
        </p:nvSpPr>
        <p:spPr>
          <a:xfrm>
            <a:off x="121920" y="106680"/>
            <a:ext cx="1173480" cy="105208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5400000" sx="92000" sy="92000" algn="t" rotWithShape="0">
              <a:prstClr val="black">
                <a:alpha val="5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6" name="Rectangle: Rounded Corners 1025">
            <a:extLst>
              <a:ext uri="{FF2B5EF4-FFF2-40B4-BE49-F238E27FC236}">
                <a16:creationId xmlns:a16="http://schemas.microsoft.com/office/drawing/2014/main" id="{C09329B5-A4C4-E7D0-0C40-830B75C22D28}"/>
              </a:ext>
            </a:extLst>
          </p:cNvPr>
          <p:cNvSpPr/>
          <p:nvPr/>
        </p:nvSpPr>
        <p:spPr>
          <a:xfrm>
            <a:off x="1677239" y="664809"/>
            <a:ext cx="3604123" cy="564556"/>
          </a:xfrm>
          <a:prstGeom prst="roundRect">
            <a:avLst>
              <a:gd name="adj" fmla="val 45781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Introduction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FE9774A-C789-B4D8-6FED-E984DFD54D3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375" y="8810036"/>
            <a:ext cx="5740675" cy="518824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F44F8F9-DE5B-DFE5-6463-FCD252423B2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679" y="8910941"/>
            <a:ext cx="2591276" cy="383850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3F04EA1-ED69-30A5-B913-07F6AEAD290C}"/>
              </a:ext>
            </a:extLst>
          </p:cNvPr>
          <p:cNvSpPr txBox="1"/>
          <p:nvPr/>
        </p:nvSpPr>
        <p:spPr>
          <a:xfrm>
            <a:off x="7897090" y="6488442"/>
            <a:ext cx="42949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cap="none" spc="0" dirty="0">
                <a:ln w="0"/>
                <a:latin typeface="Century Gothic" panose="020B0502020202020204" pitchFamily="34" charset="0"/>
              </a:rPr>
              <a:t>Project title: High School Management System</a:t>
            </a:r>
            <a:endParaRPr lang="en-US" sz="1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8A827D-88DF-74C0-D441-69A6138EE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850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7.40741E-7 L -1.45833E-6 -0.0557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80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</p:cBhvr>
                                      <p:by x="6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4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3.33333E-6 L -1.45833E-6 -0.06158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0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158CE921-FD02-5FF5-CF74-F49930B3EEB6}"/>
              </a:ext>
            </a:extLst>
          </p:cNvPr>
          <p:cNvGrpSpPr/>
          <p:nvPr/>
        </p:nvGrpSpPr>
        <p:grpSpPr>
          <a:xfrm>
            <a:off x="0" y="6847609"/>
            <a:ext cx="12179639" cy="6896100"/>
            <a:chOff x="0" y="-10391"/>
            <a:chExt cx="12179639" cy="6896100"/>
          </a:xfrm>
        </p:grpSpPr>
        <p:pic>
          <p:nvPicPr>
            <p:cNvPr id="28" name="Picture 2" descr="Pin by Martina Del COmpare on P | Presentation design, Gif for powerpoint,  Powerpoint presentation">
              <a:extLst>
                <a:ext uri="{FF2B5EF4-FFF2-40B4-BE49-F238E27FC236}">
                  <a16:creationId xmlns:a16="http://schemas.microsoft.com/office/drawing/2014/main" id="{A116E25D-5F9B-8598-268C-668EACA7DA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063161" y="0"/>
              <a:ext cx="9116478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599B9A0-453F-B66F-4814-A1EC1AD953CD}"/>
                </a:ext>
              </a:extLst>
            </p:cNvPr>
            <p:cNvSpPr/>
            <p:nvPr/>
          </p:nvSpPr>
          <p:spPr>
            <a:xfrm>
              <a:off x="0" y="-10391"/>
              <a:ext cx="7639050" cy="68961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DB98852-67BC-BEED-30F5-49FD83A48C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919" y="1229365"/>
            <a:ext cx="5059193" cy="45723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FF1B5C-F85F-6279-01E8-62D5AA86FE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6138" y="4391075"/>
            <a:ext cx="1298087" cy="1529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F90219-D3B5-730D-4D97-68D3D81310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6168" y="1320063"/>
            <a:ext cx="2147144" cy="31806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7DBC25-642C-58D8-F5B5-42A437AB56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206" y="830052"/>
            <a:ext cx="544086" cy="48867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DF5B01-4A4F-37B9-C7A2-01398D447B5B}"/>
              </a:ext>
            </a:extLst>
          </p:cNvPr>
          <p:cNvCxnSpPr>
            <a:cxnSpLocks/>
          </p:cNvCxnSpPr>
          <p:nvPr/>
        </p:nvCxnSpPr>
        <p:spPr>
          <a:xfrm>
            <a:off x="2057156" y="1843329"/>
            <a:ext cx="0" cy="31618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377E2E7-5A2C-0A3F-9D3A-07837935D406}"/>
              </a:ext>
            </a:extLst>
          </p:cNvPr>
          <p:cNvSpPr/>
          <p:nvPr/>
        </p:nvSpPr>
        <p:spPr>
          <a:xfrm>
            <a:off x="1861101" y="2346695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4880EB1-3F9C-311C-9DA5-6A4020880144}"/>
              </a:ext>
            </a:extLst>
          </p:cNvPr>
          <p:cNvSpPr/>
          <p:nvPr/>
        </p:nvSpPr>
        <p:spPr>
          <a:xfrm>
            <a:off x="1861101" y="2933982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70C310C-69FE-BB62-D911-0284305CC734}"/>
              </a:ext>
            </a:extLst>
          </p:cNvPr>
          <p:cNvSpPr/>
          <p:nvPr/>
        </p:nvSpPr>
        <p:spPr>
          <a:xfrm>
            <a:off x="1861101" y="3521269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78CB8A4-E6C1-72AD-BE96-AD95D02EEC2F}"/>
              </a:ext>
            </a:extLst>
          </p:cNvPr>
          <p:cNvSpPr/>
          <p:nvPr/>
        </p:nvSpPr>
        <p:spPr>
          <a:xfrm>
            <a:off x="1861101" y="4108556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1B1329F-87B6-19AC-33B0-ABE58571140E}"/>
              </a:ext>
            </a:extLst>
          </p:cNvPr>
          <p:cNvSpPr/>
          <p:nvPr/>
        </p:nvSpPr>
        <p:spPr>
          <a:xfrm>
            <a:off x="1861101" y="1759408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ABAF1C9-2FCE-D226-679A-BF694BDC70D2}"/>
              </a:ext>
            </a:extLst>
          </p:cNvPr>
          <p:cNvSpPr/>
          <p:nvPr/>
        </p:nvSpPr>
        <p:spPr>
          <a:xfrm>
            <a:off x="1861101" y="4695844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9A0BEE-6151-1D90-1192-A912420F359D}"/>
              </a:ext>
            </a:extLst>
          </p:cNvPr>
          <p:cNvSpPr txBox="1"/>
          <p:nvPr/>
        </p:nvSpPr>
        <p:spPr>
          <a:xfrm>
            <a:off x="1876506" y="1780428"/>
            <a:ext cx="6029555" cy="3352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Struggle with manual and time-consuming</a:t>
            </a:r>
            <a:r>
              <a:rPr lang="en-US" sz="18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process.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18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8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 Management Complexity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18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8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Challenging for effective communication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18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8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Lack of Real-Time Updates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18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8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Security and Privacy Risks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18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8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Difficulty in Performance Analysis</a:t>
            </a:r>
          </a:p>
        </p:txBody>
      </p:sp>
      <p:pic>
        <p:nvPicPr>
          <p:cNvPr id="1071" name="Picture 1070">
            <a:hlinkClick r:id="rId7" action="ppaction://hlinksldjump"/>
            <a:extLst>
              <a:ext uri="{FF2B5EF4-FFF2-40B4-BE49-F238E27FC236}">
                <a16:creationId xmlns:a16="http://schemas.microsoft.com/office/drawing/2014/main" id="{379AAD34-DF03-10DE-7EA5-035555FDBD6E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3597482"/>
            <a:ext cx="441484" cy="441485"/>
          </a:xfrm>
          <a:prstGeom prst="rect">
            <a:avLst/>
          </a:prstGeom>
        </p:spPr>
      </p:pic>
      <p:pic>
        <p:nvPicPr>
          <p:cNvPr id="1072" name="Picture 1071">
            <a:extLst>
              <a:ext uri="{FF2B5EF4-FFF2-40B4-BE49-F238E27FC236}">
                <a16:creationId xmlns:a16="http://schemas.microsoft.com/office/drawing/2014/main" id="{B5FF3AA8-605F-3053-FF5F-B69CD4F879F5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6" y="1038225"/>
            <a:ext cx="831299" cy="831300"/>
          </a:xfrm>
          <a:prstGeom prst="rect">
            <a:avLst/>
          </a:prstGeom>
        </p:spPr>
      </p:pic>
      <p:pic>
        <p:nvPicPr>
          <p:cNvPr id="1073" name="Picture 1072">
            <a:hlinkClick r:id="rId10" action="ppaction://hlinksldjump"/>
            <a:extLst>
              <a:ext uri="{FF2B5EF4-FFF2-40B4-BE49-F238E27FC236}">
                <a16:creationId xmlns:a16="http://schemas.microsoft.com/office/drawing/2014/main" id="{3156769D-60EB-96A5-C82F-DABCB8331603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2031409"/>
            <a:ext cx="441484" cy="441485"/>
          </a:xfrm>
          <a:prstGeom prst="rect">
            <a:avLst/>
          </a:prstGeom>
        </p:spPr>
      </p:pic>
      <p:pic>
        <p:nvPicPr>
          <p:cNvPr id="1074" name="Picture 1073">
            <a:hlinkClick r:id="rId12" action="ppaction://hlinksldjump"/>
            <a:extLst>
              <a:ext uri="{FF2B5EF4-FFF2-40B4-BE49-F238E27FC236}">
                <a16:creationId xmlns:a16="http://schemas.microsoft.com/office/drawing/2014/main" id="{52AD2F3A-B913-E22E-C13A-395EED5A3738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0" y="394308"/>
            <a:ext cx="499698" cy="499698"/>
          </a:xfrm>
          <a:prstGeom prst="rect">
            <a:avLst/>
          </a:prstGeom>
        </p:spPr>
      </p:pic>
      <p:pic>
        <p:nvPicPr>
          <p:cNvPr id="1075" name="Picture 1074">
            <a:hlinkClick r:id="rId14" action="ppaction://hlinksldjump"/>
            <a:extLst>
              <a:ext uri="{FF2B5EF4-FFF2-40B4-BE49-F238E27FC236}">
                <a16:creationId xmlns:a16="http://schemas.microsoft.com/office/drawing/2014/main" id="{1D0C0B63-3DD6-33B9-9A07-EB3758FC2EF5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74" y="2820853"/>
            <a:ext cx="428670" cy="428670"/>
          </a:xfrm>
          <a:prstGeom prst="rect">
            <a:avLst/>
          </a:prstGeom>
        </p:spPr>
      </p:pic>
      <p:pic>
        <p:nvPicPr>
          <p:cNvPr id="1076" name="Picture 1075">
            <a:hlinkClick r:id="rId16" action="ppaction://hlinksldjump"/>
            <a:extLst>
              <a:ext uri="{FF2B5EF4-FFF2-40B4-BE49-F238E27FC236}">
                <a16:creationId xmlns:a16="http://schemas.microsoft.com/office/drawing/2014/main" id="{80BAE376-6EC4-7229-C8EB-4FAC0295B406}"/>
              </a:ext>
            </a:extLst>
          </p:cNvPr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6022208"/>
            <a:ext cx="441484" cy="441485"/>
          </a:xfrm>
          <a:prstGeom prst="rect">
            <a:avLst/>
          </a:prstGeom>
        </p:spPr>
      </p:pic>
      <p:pic>
        <p:nvPicPr>
          <p:cNvPr id="1077" name="Picture 1076">
            <a:hlinkClick r:id="rId7" action="ppaction://hlinksldjump"/>
            <a:extLst>
              <a:ext uri="{FF2B5EF4-FFF2-40B4-BE49-F238E27FC236}">
                <a16:creationId xmlns:a16="http://schemas.microsoft.com/office/drawing/2014/main" id="{7D8FA9EF-62A4-1224-6728-E50ED6FAB261}"/>
              </a:ext>
            </a:extLst>
          </p:cNvPr>
          <p:cNvPicPr>
            <a:picLocks noChangeAspect="1"/>
          </p:cNvPicPr>
          <p:nvPr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4386926"/>
            <a:ext cx="441484" cy="441485"/>
          </a:xfrm>
          <a:prstGeom prst="rect">
            <a:avLst/>
          </a:prstGeom>
        </p:spPr>
      </p:pic>
      <p:pic>
        <p:nvPicPr>
          <p:cNvPr id="1098" name="Picture 1097">
            <a:hlinkClick r:id="rId19" action="ppaction://hlinksldjump"/>
            <a:extLst>
              <a:ext uri="{FF2B5EF4-FFF2-40B4-BE49-F238E27FC236}">
                <a16:creationId xmlns:a16="http://schemas.microsoft.com/office/drawing/2014/main" id="{8BBD4D73-C184-1FF8-1756-975D975B036C}"/>
              </a:ext>
            </a:extLst>
          </p:cNvPr>
          <p:cNvPicPr>
            <a:picLocks noChangeAspect="1"/>
          </p:cNvPicPr>
          <p:nvPr/>
        </p:nvPicPr>
        <p:blipFill>
          <a:blip r:embed="rId2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70" y="5176370"/>
            <a:ext cx="497878" cy="497879"/>
          </a:xfrm>
          <a:prstGeom prst="rect">
            <a:avLst/>
          </a:prstGeom>
        </p:spPr>
      </p:pic>
      <p:sp>
        <p:nvSpPr>
          <p:cNvPr id="1068" name="Rectangle: Rounded Corners 1067">
            <a:extLst>
              <a:ext uri="{FF2B5EF4-FFF2-40B4-BE49-F238E27FC236}">
                <a16:creationId xmlns:a16="http://schemas.microsoft.com/office/drawing/2014/main" id="{BC72AAA9-A34A-F540-46BE-43ABA9BEF031}"/>
              </a:ext>
            </a:extLst>
          </p:cNvPr>
          <p:cNvSpPr/>
          <p:nvPr/>
        </p:nvSpPr>
        <p:spPr>
          <a:xfrm>
            <a:off x="121920" y="943073"/>
            <a:ext cx="1173480" cy="105208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5400000" sx="92000" sy="92000" algn="t" rotWithShape="0">
              <a:prstClr val="black">
                <a:alpha val="5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97CC0A0-5D5A-2037-006D-FEDF69648F69}"/>
              </a:ext>
            </a:extLst>
          </p:cNvPr>
          <p:cNvSpPr/>
          <p:nvPr/>
        </p:nvSpPr>
        <p:spPr>
          <a:xfrm>
            <a:off x="1677239" y="664809"/>
            <a:ext cx="3604123" cy="564556"/>
          </a:xfrm>
          <a:prstGeom prst="roundRect">
            <a:avLst>
              <a:gd name="adj" fmla="val 45781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entury Gothic" panose="020B0502020202020204" pitchFamily="34" charset="0"/>
              </a:rPr>
              <a:t>Problem Definition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63CCEA1-E312-C87C-6736-9D327FA0AB0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788" y="-5049078"/>
            <a:ext cx="5190145" cy="466415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7466636-6B25-FA15-B8B6-8366E4D8D10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346" y="-4439091"/>
            <a:ext cx="3674024" cy="376996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1070C26-9A9A-4931-7CE8-5AFBDD40933C}"/>
              </a:ext>
            </a:extLst>
          </p:cNvPr>
          <p:cNvSpPr txBox="1"/>
          <p:nvPr/>
        </p:nvSpPr>
        <p:spPr>
          <a:xfrm>
            <a:off x="7897090" y="6488442"/>
            <a:ext cx="42949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cap="none" spc="0" dirty="0">
                <a:ln w="0"/>
                <a:latin typeface="Century Gothic" panose="020B0502020202020204" pitchFamily="34" charset="0"/>
              </a:rPr>
              <a:t>Project title: High School Management System</a:t>
            </a:r>
            <a:endParaRPr lang="en-US" sz="1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575BC9-EC56-3CE5-E555-2E537224D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065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2.59259E-6 L -1.45833E-6 -0.0615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07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289 0.00046 L -0.00742 -0.04028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6" y="-2037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" presetClass="emp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</p:cBhvr>
                                      <p:by x="6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4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2.22222E-6 L -1.45833E-6 -0.05579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Проект GIFs - Get the best gif on GIFER">
            <a:extLst>
              <a:ext uri="{FF2B5EF4-FFF2-40B4-BE49-F238E27FC236}">
                <a16:creationId xmlns:a16="http://schemas.microsoft.com/office/drawing/2014/main" id="{B8E99C86-7E42-3121-4AAB-663A5EA015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997"/>
          <a:stretch/>
        </p:blipFill>
        <p:spPr bwMode="auto">
          <a:xfrm>
            <a:off x="6096000" y="9002004"/>
            <a:ext cx="2540072" cy="2591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9C8A09C-DDA6-D16C-FE30-F2896A45045D}"/>
              </a:ext>
            </a:extLst>
          </p:cNvPr>
          <p:cNvGrpSpPr/>
          <p:nvPr/>
        </p:nvGrpSpPr>
        <p:grpSpPr>
          <a:xfrm>
            <a:off x="0" y="-186827"/>
            <a:ext cx="12302835" cy="7146426"/>
            <a:chOff x="0" y="-162356"/>
            <a:chExt cx="12179638" cy="7146426"/>
          </a:xfrm>
        </p:grpSpPr>
        <p:pic>
          <p:nvPicPr>
            <p:cNvPr id="1026" name="Picture 2" descr="Pin by Martina Del COmpare on P | Presentation design, Gif for powerpoint,  Powerpoint presentation">
              <a:extLst>
                <a:ext uri="{FF2B5EF4-FFF2-40B4-BE49-F238E27FC236}">
                  <a16:creationId xmlns:a16="http://schemas.microsoft.com/office/drawing/2014/main" id="{30868074-57C5-2126-2E92-5D8DA02177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063160" y="-1"/>
              <a:ext cx="9116478" cy="69840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C676C5D-DD48-F135-35A6-4CFCD7B7EBD2}"/>
                </a:ext>
              </a:extLst>
            </p:cNvPr>
            <p:cNvSpPr/>
            <p:nvPr/>
          </p:nvSpPr>
          <p:spPr>
            <a:xfrm>
              <a:off x="0" y="-162356"/>
              <a:ext cx="7639050" cy="714642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FCF36786-3B71-D88E-6E02-D21403EB71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447" y="3509972"/>
            <a:ext cx="5190145" cy="466415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D57DBF2-F778-C02E-85F9-405E30A48F7B}"/>
              </a:ext>
            </a:extLst>
          </p:cNvPr>
          <p:cNvCxnSpPr>
            <a:cxnSpLocks/>
          </p:cNvCxnSpPr>
          <p:nvPr/>
        </p:nvCxnSpPr>
        <p:spPr>
          <a:xfrm flipH="1">
            <a:off x="1879702" y="1818295"/>
            <a:ext cx="8" cy="15664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44930767-41F4-581B-7663-86C433DA83AD}"/>
              </a:ext>
            </a:extLst>
          </p:cNvPr>
          <p:cNvSpPr/>
          <p:nvPr/>
        </p:nvSpPr>
        <p:spPr>
          <a:xfrm>
            <a:off x="1683646" y="2373307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36415F-1487-1F6F-90F4-B3945EA04A7E}"/>
              </a:ext>
            </a:extLst>
          </p:cNvPr>
          <p:cNvSpPr/>
          <p:nvPr/>
        </p:nvSpPr>
        <p:spPr>
          <a:xfrm>
            <a:off x="1683654" y="3026148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F4BEEB-EF8C-13B1-07AD-0AF5A4E746F4}"/>
              </a:ext>
            </a:extLst>
          </p:cNvPr>
          <p:cNvSpPr/>
          <p:nvPr/>
        </p:nvSpPr>
        <p:spPr>
          <a:xfrm>
            <a:off x="1683654" y="1720466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D65E93-BAF2-C79D-80F6-41472952C24C}"/>
              </a:ext>
            </a:extLst>
          </p:cNvPr>
          <p:cNvSpPr/>
          <p:nvPr/>
        </p:nvSpPr>
        <p:spPr>
          <a:xfrm>
            <a:off x="1648070" y="1233855"/>
            <a:ext cx="6451213" cy="3371496"/>
          </a:xfrm>
          <a:prstGeom prst="roundRect">
            <a:avLst>
              <a:gd name="adj" fmla="val 5229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 simplify administrative tasks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20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b="1" kern="100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To e</a:t>
            </a: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nhance communication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20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b="1" kern="100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US" sz="2000" b="1" kern="10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evaluate and </a:t>
            </a:r>
            <a:r>
              <a:rPr lang="en-US" sz="2000" b="1" kern="100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grow students skills</a:t>
            </a:r>
            <a:endParaRPr lang="en-US" sz="20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0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20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71" name="Picture 1070">
            <a:hlinkClick r:id="rId5" action="ppaction://hlinksldjump"/>
            <a:extLst>
              <a:ext uri="{FF2B5EF4-FFF2-40B4-BE49-F238E27FC236}">
                <a16:creationId xmlns:a16="http://schemas.microsoft.com/office/drawing/2014/main" id="{379AAD34-DF03-10DE-7EA5-035555FDBD6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3597482"/>
            <a:ext cx="441484" cy="441485"/>
          </a:xfrm>
          <a:prstGeom prst="rect">
            <a:avLst/>
          </a:prstGeom>
        </p:spPr>
      </p:pic>
      <p:pic>
        <p:nvPicPr>
          <p:cNvPr id="1072" name="Picture 1071">
            <a:hlinkClick r:id="rId7" action="ppaction://hlinksldjump"/>
            <a:extLst>
              <a:ext uri="{FF2B5EF4-FFF2-40B4-BE49-F238E27FC236}">
                <a16:creationId xmlns:a16="http://schemas.microsoft.com/office/drawing/2014/main" id="{B5FF3AA8-605F-3053-FF5F-B69CD4F879F5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1241965"/>
            <a:ext cx="441484" cy="441485"/>
          </a:xfrm>
          <a:prstGeom prst="rect">
            <a:avLst/>
          </a:prstGeom>
        </p:spPr>
      </p:pic>
      <p:pic>
        <p:nvPicPr>
          <p:cNvPr id="1073" name="Picture 1072">
            <a:extLst>
              <a:ext uri="{FF2B5EF4-FFF2-40B4-BE49-F238E27FC236}">
                <a16:creationId xmlns:a16="http://schemas.microsoft.com/office/drawing/2014/main" id="{3156769D-60EB-96A5-C82F-DABCB8331603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6" y="1801654"/>
            <a:ext cx="889709" cy="889710"/>
          </a:xfrm>
          <a:prstGeom prst="rect">
            <a:avLst/>
          </a:prstGeom>
        </p:spPr>
      </p:pic>
      <p:pic>
        <p:nvPicPr>
          <p:cNvPr id="1074" name="Picture 1073">
            <a:hlinkClick r:id="rId10" action="ppaction://hlinksldjump"/>
            <a:extLst>
              <a:ext uri="{FF2B5EF4-FFF2-40B4-BE49-F238E27FC236}">
                <a16:creationId xmlns:a16="http://schemas.microsoft.com/office/drawing/2014/main" id="{52AD2F3A-B913-E22E-C13A-395EED5A3738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0" y="394308"/>
            <a:ext cx="499698" cy="499698"/>
          </a:xfrm>
          <a:prstGeom prst="rect">
            <a:avLst/>
          </a:prstGeom>
        </p:spPr>
      </p:pic>
      <p:pic>
        <p:nvPicPr>
          <p:cNvPr id="1075" name="Picture 1074">
            <a:hlinkClick r:id="rId12" action="ppaction://hlinksldjump"/>
            <a:extLst>
              <a:ext uri="{FF2B5EF4-FFF2-40B4-BE49-F238E27FC236}">
                <a16:creationId xmlns:a16="http://schemas.microsoft.com/office/drawing/2014/main" id="{1D0C0B63-3DD6-33B9-9A07-EB3758FC2EF5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74" y="2820853"/>
            <a:ext cx="428670" cy="428670"/>
          </a:xfrm>
          <a:prstGeom prst="rect">
            <a:avLst/>
          </a:prstGeom>
        </p:spPr>
      </p:pic>
      <p:pic>
        <p:nvPicPr>
          <p:cNvPr id="1076" name="Picture 1075">
            <a:hlinkClick r:id="rId14" action="ppaction://hlinksldjump"/>
            <a:extLst>
              <a:ext uri="{FF2B5EF4-FFF2-40B4-BE49-F238E27FC236}">
                <a16:creationId xmlns:a16="http://schemas.microsoft.com/office/drawing/2014/main" id="{80BAE376-6EC4-7229-C8EB-4FAC0295B406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6022208"/>
            <a:ext cx="441484" cy="441485"/>
          </a:xfrm>
          <a:prstGeom prst="rect">
            <a:avLst/>
          </a:prstGeom>
        </p:spPr>
      </p:pic>
      <p:pic>
        <p:nvPicPr>
          <p:cNvPr id="1077" name="Picture 1076">
            <a:hlinkClick r:id="rId5" action="ppaction://hlinksldjump"/>
            <a:extLst>
              <a:ext uri="{FF2B5EF4-FFF2-40B4-BE49-F238E27FC236}">
                <a16:creationId xmlns:a16="http://schemas.microsoft.com/office/drawing/2014/main" id="{7D8FA9EF-62A4-1224-6728-E50ED6FAB261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4386926"/>
            <a:ext cx="441484" cy="441485"/>
          </a:xfrm>
          <a:prstGeom prst="rect">
            <a:avLst/>
          </a:prstGeom>
        </p:spPr>
      </p:pic>
      <p:pic>
        <p:nvPicPr>
          <p:cNvPr id="1098" name="Picture 1097">
            <a:hlinkClick r:id="rId17" action="ppaction://hlinksldjump"/>
            <a:extLst>
              <a:ext uri="{FF2B5EF4-FFF2-40B4-BE49-F238E27FC236}">
                <a16:creationId xmlns:a16="http://schemas.microsoft.com/office/drawing/2014/main" id="{8BBD4D73-C184-1FF8-1756-975D975B036C}"/>
              </a:ext>
            </a:extLst>
          </p:cNvPr>
          <p:cNvPicPr>
            <a:picLocks noChangeAspect="1"/>
          </p:cNvPicPr>
          <p:nvPr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70" y="5176370"/>
            <a:ext cx="497878" cy="497879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1638968-C208-EBB6-8850-E3ABE1C8EE97}"/>
              </a:ext>
            </a:extLst>
          </p:cNvPr>
          <p:cNvSpPr/>
          <p:nvPr/>
        </p:nvSpPr>
        <p:spPr>
          <a:xfrm>
            <a:off x="121920" y="1720466"/>
            <a:ext cx="1173480" cy="105208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5400000" sx="92000" sy="92000" algn="t" rotWithShape="0">
              <a:prstClr val="black">
                <a:alpha val="5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64D3FA-750F-A300-579C-56FFF1822CA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375" y="-7255125"/>
            <a:ext cx="5740675" cy="51882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72B2BB-77B3-BB15-EDE0-1089BD0ABED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679" y="-7154220"/>
            <a:ext cx="2591276" cy="38385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0560BC1-2C7B-9D05-ECCE-877D7486E357}"/>
              </a:ext>
            </a:extLst>
          </p:cNvPr>
          <p:cNvSpPr txBox="1"/>
          <p:nvPr/>
        </p:nvSpPr>
        <p:spPr>
          <a:xfrm>
            <a:off x="7897090" y="6488442"/>
            <a:ext cx="42949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cap="none" spc="0" dirty="0">
                <a:ln w="0"/>
                <a:solidFill>
                  <a:schemeClr val="bg1"/>
                </a:solidFill>
                <a:latin typeface="Century Gothic" panose="020B0502020202020204" pitchFamily="34" charset="0"/>
              </a:rPr>
              <a:t>Project title: High School Management System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C6C6C0-FC06-0ECE-1BAB-B383831E1BC5}"/>
              </a:ext>
            </a:extLst>
          </p:cNvPr>
          <p:cNvSpPr/>
          <p:nvPr/>
        </p:nvSpPr>
        <p:spPr>
          <a:xfrm>
            <a:off x="1677239" y="664809"/>
            <a:ext cx="3604123" cy="564556"/>
          </a:xfrm>
          <a:prstGeom prst="roundRect">
            <a:avLst>
              <a:gd name="adj" fmla="val 45781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entury Gothic" panose="020B0502020202020204" pitchFamily="34" charset="0"/>
              </a:rPr>
              <a:t>Objectives</a:t>
            </a:r>
            <a:endParaRPr lang="en-US" sz="2800" b="1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E0896B-0335-9A60-6BBB-B2F36B106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979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4.07407E-6 L -1.45833E-6 -0.0615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0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0D30F3-8FFD-C16E-1008-66D4F27992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022" y="-746947"/>
            <a:ext cx="4540589" cy="4080426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D88E184-530F-44B1-5171-10B045D4EBEE}"/>
              </a:ext>
            </a:extLst>
          </p:cNvPr>
          <p:cNvGrpSpPr/>
          <p:nvPr/>
        </p:nvGrpSpPr>
        <p:grpSpPr>
          <a:xfrm>
            <a:off x="0" y="-6913039"/>
            <a:ext cx="12179639" cy="6896100"/>
            <a:chOff x="0" y="-10391"/>
            <a:chExt cx="12179639" cy="6896100"/>
          </a:xfrm>
        </p:grpSpPr>
        <p:pic>
          <p:nvPicPr>
            <p:cNvPr id="17" name="Picture 2" descr="Pin by Martina Del COmpare on P | Presentation design, Gif for powerpoint,  Powerpoint presentation">
              <a:extLst>
                <a:ext uri="{FF2B5EF4-FFF2-40B4-BE49-F238E27FC236}">
                  <a16:creationId xmlns:a16="http://schemas.microsoft.com/office/drawing/2014/main" id="{AA5819ED-1BF0-8486-C2E1-CB3CB80339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063161" y="0"/>
              <a:ext cx="9116478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1DB80D0-DD23-719C-B577-C37195A7A526}"/>
                </a:ext>
              </a:extLst>
            </p:cNvPr>
            <p:cNvSpPr/>
            <p:nvPr/>
          </p:nvSpPr>
          <p:spPr>
            <a:xfrm>
              <a:off x="0" y="-10391"/>
              <a:ext cx="7639050" cy="68961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71" name="Picture 1070">
            <a:hlinkClick r:id="rId4" action="ppaction://hlinksldjump"/>
            <a:extLst>
              <a:ext uri="{FF2B5EF4-FFF2-40B4-BE49-F238E27FC236}">
                <a16:creationId xmlns:a16="http://schemas.microsoft.com/office/drawing/2014/main" id="{379AAD34-DF03-10DE-7EA5-035555FDBD6E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3597482"/>
            <a:ext cx="441484" cy="441485"/>
          </a:xfrm>
          <a:prstGeom prst="rect">
            <a:avLst/>
          </a:prstGeom>
        </p:spPr>
      </p:pic>
      <p:pic>
        <p:nvPicPr>
          <p:cNvPr id="1072" name="Picture 1071">
            <a:hlinkClick r:id="rId6" action="ppaction://hlinksldjump"/>
            <a:extLst>
              <a:ext uri="{FF2B5EF4-FFF2-40B4-BE49-F238E27FC236}">
                <a16:creationId xmlns:a16="http://schemas.microsoft.com/office/drawing/2014/main" id="{B5FF3AA8-605F-3053-FF5F-B69CD4F879F5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1241965"/>
            <a:ext cx="441484" cy="441485"/>
          </a:xfrm>
          <a:prstGeom prst="rect">
            <a:avLst/>
          </a:prstGeom>
        </p:spPr>
      </p:pic>
      <p:pic>
        <p:nvPicPr>
          <p:cNvPr id="1073" name="Picture 1072">
            <a:hlinkClick r:id="rId8" action="ppaction://hlinksldjump"/>
            <a:extLst>
              <a:ext uri="{FF2B5EF4-FFF2-40B4-BE49-F238E27FC236}">
                <a16:creationId xmlns:a16="http://schemas.microsoft.com/office/drawing/2014/main" id="{3156769D-60EB-96A5-C82F-DABCB8331603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2031409"/>
            <a:ext cx="441484" cy="441485"/>
          </a:xfrm>
          <a:prstGeom prst="rect">
            <a:avLst/>
          </a:prstGeom>
        </p:spPr>
      </p:pic>
      <p:pic>
        <p:nvPicPr>
          <p:cNvPr id="1074" name="Picture 1073">
            <a:hlinkClick r:id="rId10" action="ppaction://hlinksldjump"/>
            <a:extLst>
              <a:ext uri="{FF2B5EF4-FFF2-40B4-BE49-F238E27FC236}">
                <a16:creationId xmlns:a16="http://schemas.microsoft.com/office/drawing/2014/main" id="{52AD2F3A-B913-E22E-C13A-395EED5A3738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0" y="394308"/>
            <a:ext cx="499698" cy="499698"/>
          </a:xfrm>
          <a:prstGeom prst="rect">
            <a:avLst/>
          </a:prstGeom>
        </p:spPr>
      </p:pic>
      <p:pic>
        <p:nvPicPr>
          <p:cNvPr id="1075" name="Picture 1074">
            <a:extLst>
              <a:ext uri="{FF2B5EF4-FFF2-40B4-BE49-F238E27FC236}">
                <a16:creationId xmlns:a16="http://schemas.microsoft.com/office/drawing/2014/main" id="{1D0C0B63-3DD6-33B9-9A07-EB3758FC2EF5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73" y="2567428"/>
            <a:ext cx="861571" cy="861571"/>
          </a:xfrm>
          <a:prstGeom prst="rect">
            <a:avLst/>
          </a:prstGeom>
        </p:spPr>
      </p:pic>
      <p:pic>
        <p:nvPicPr>
          <p:cNvPr id="1076" name="Picture 1075">
            <a:hlinkClick r:id="rId13" action="ppaction://hlinksldjump"/>
            <a:extLst>
              <a:ext uri="{FF2B5EF4-FFF2-40B4-BE49-F238E27FC236}">
                <a16:creationId xmlns:a16="http://schemas.microsoft.com/office/drawing/2014/main" id="{80BAE376-6EC4-7229-C8EB-4FAC0295B406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6022208"/>
            <a:ext cx="441484" cy="441485"/>
          </a:xfrm>
          <a:prstGeom prst="rect">
            <a:avLst/>
          </a:prstGeom>
        </p:spPr>
      </p:pic>
      <p:pic>
        <p:nvPicPr>
          <p:cNvPr id="1077" name="Picture 1076">
            <a:hlinkClick r:id="rId4" action="ppaction://hlinksldjump"/>
            <a:extLst>
              <a:ext uri="{FF2B5EF4-FFF2-40B4-BE49-F238E27FC236}">
                <a16:creationId xmlns:a16="http://schemas.microsoft.com/office/drawing/2014/main" id="{7D8FA9EF-62A4-1224-6728-E50ED6FAB261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4386926"/>
            <a:ext cx="441484" cy="441485"/>
          </a:xfrm>
          <a:prstGeom prst="rect">
            <a:avLst/>
          </a:prstGeom>
        </p:spPr>
      </p:pic>
      <p:pic>
        <p:nvPicPr>
          <p:cNvPr id="1098" name="Picture 1097">
            <a:hlinkClick r:id="rId16" action="ppaction://hlinksldjump"/>
            <a:extLst>
              <a:ext uri="{FF2B5EF4-FFF2-40B4-BE49-F238E27FC236}">
                <a16:creationId xmlns:a16="http://schemas.microsoft.com/office/drawing/2014/main" id="{8BBD4D73-C184-1FF8-1756-975D975B036C}"/>
              </a:ext>
            </a:extLst>
          </p:cNvPr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70" y="5176370"/>
            <a:ext cx="497878" cy="497879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3B7261F-3BB8-3823-F2D5-88A92F67FCEF}"/>
              </a:ext>
            </a:extLst>
          </p:cNvPr>
          <p:cNvSpPr/>
          <p:nvPr/>
        </p:nvSpPr>
        <p:spPr>
          <a:xfrm>
            <a:off x="121920" y="2519705"/>
            <a:ext cx="1173480" cy="105208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5400000" sx="92000" sy="92000" algn="t" rotWithShape="0">
              <a:prstClr val="black">
                <a:alpha val="5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F23B20F-ECAD-69C5-70F0-2D62DB258B4B}"/>
              </a:ext>
            </a:extLst>
          </p:cNvPr>
          <p:cNvSpPr/>
          <p:nvPr/>
        </p:nvSpPr>
        <p:spPr>
          <a:xfrm>
            <a:off x="1677239" y="675852"/>
            <a:ext cx="4980203" cy="564556"/>
          </a:xfrm>
          <a:prstGeom prst="roundRect">
            <a:avLst>
              <a:gd name="adj" fmla="val 45781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entury Gothic" panose="020B0502020202020204" pitchFamily="34" charset="0"/>
              </a:rPr>
              <a:t>Related available projects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C3C6DD-6E9E-D280-195F-01275BB087EB}"/>
              </a:ext>
            </a:extLst>
          </p:cNvPr>
          <p:cNvSpPr txBox="1"/>
          <p:nvPr/>
        </p:nvSpPr>
        <p:spPr>
          <a:xfrm>
            <a:off x="7897090" y="6488442"/>
            <a:ext cx="42949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cap="none" spc="0" dirty="0">
                <a:ln w="0"/>
                <a:latin typeface="Century Gothic" panose="020B0502020202020204" pitchFamily="34" charset="0"/>
              </a:rPr>
              <a:t>Project title: High School Management System</a:t>
            </a:r>
            <a:endParaRPr lang="en-US" sz="1400" dirty="0"/>
          </a:p>
        </p:txBody>
      </p:sp>
      <p:graphicFrame>
        <p:nvGraphicFramePr>
          <p:cNvPr id="9" name="Table 18">
            <a:extLst>
              <a:ext uri="{FF2B5EF4-FFF2-40B4-BE49-F238E27FC236}">
                <a16:creationId xmlns:a16="http://schemas.microsoft.com/office/drawing/2014/main" id="{F8762A9F-3952-FDF1-01AC-7A5C5C13D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841520"/>
              </p:ext>
            </p:extLst>
          </p:nvPr>
        </p:nvGraphicFramePr>
        <p:xfrm>
          <a:off x="2092312" y="1557330"/>
          <a:ext cx="9227329" cy="497031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092985">
                  <a:extLst>
                    <a:ext uri="{9D8B030D-6E8A-4147-A177-3AD203B41FA5}">
                      <a16:colId xmlns:a16="http://schemas.microsoft.com/office/drawing/2014/main" val="727946082"/>
                    </a:ext>
                  </a:extLst>
                </a:gridCol>
                <a:gridCol w="3385174">
                  <a:extLst>
                    <a:ext uri="{9D8B030D-6E8A-4147-A177-3AD203B41FA5}">
                      <a16:colId xmlns:a16="http://schemas.microsoft.com/office/drawing/2014/main" val="948505826"/>
                    </a:ext>
                  </a:extLst>
                </a:gridCol>
                <a:gridCol w="3749170">
                  <a:extLst>
                    <a:ext uri="{9D8B030D-6E8A-4147-A177-3AD203B41FA5}">
                      <a16:colId xmlns:a16="http://schemas.microsoft.com/office/drawing/2014/main" val="3998029509"/>
                    </a:ext>
                  </a:extLst>
                </a:gridCol>
              </a:tblGrid>
              <a:tr h="656355">
                <a:tc>
                  <a:txBody>
                    <a:bodyPr/>
                    <a:lstStyle/>
                    <a:p>
                      <a:r>
                        <a:rPr lang="en-US" sz="2000" dirty="0"/>
                        <a:t>Related projects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Features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Limitations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205194"/>
                  </a:ext>
                </a:extLst>
              </a:tr>
              <a:tr h="8590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38100" dir="2700000" algn="tl" rotWithShape="0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Fekara</a:t>
                      </a:r>
                      <a:endParaRPr lang="en-US" sz="1600" b="1" dirty="0">
                        <a:ln w="0"/>
                        <a:solidFill>
                          <a:schemeClr val="bg1"/>
                        </a:solidFill>
                        <a:effectLst>
                          <a:outerShdw blurRad="38100" dist="38100" dir="2700000" algn="tl" rotWithShape="0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endParaRPr lang="en-US" dirty="0"/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Comprehensive, Internal messaging system,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User management.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dk1"/>
                          </a:solidFill>
                          <a:sym typeface="Roboto"/>
                        </a:rPr>
                        <a:t>Limited storage, Paid</a:t>
                      </a:r>
                      <a:r>
                        <a:rPr lang="en-US" sz="1800" baseline="0" dirty="0">
                          <a:solidFill>
                            <a:schemeClr val="dk1"/>
                          </a:solidFill>
                          <a:sym typeface="Roboto"/>
                        </a:rPr>
                        <a:t> software</a:t>
                      </a:r>
                      <a:endParaRPr lang="en-US" sz="1800" dirty="0">
                        <a:solidFill>
                          <a:schemeClr val="dk1"/>
                        </a:solidFill>
                        <a:sym typeface="Roboto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964648"/>
                  </a:ext>
                </a:extLst>
              </a:tr>
              <a:tr h="6563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Fedena</a:t>
                      </a:r>
                      <a:endParaRPr lang="en-US" sz="18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sym typeface="Fira Sans Extra Condensed Medium"/>
                      </a:endParaRPr>
                    </a:p>
                    <a:p>
                      <a:endParaRPr lang="en-US" dirty="0"/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Customizable, Online learning module, Affordable, Easy to use.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dk1"/>
                          </a:solidFill>
                          <a:sym typeface="Roboto"/>
                        </a:rPr>
                        <a:t>Hassle of registration,</a:t>
                      </a:r>
                      <a:r>
                        <a:rPr lang="en-US" sz="1800" baseline="0" dirty="0">
                          <a:solidFill>
                            <a:schemeClr val="dk1"/>
                          </a:solidFill>
                          <a:sym typeface="Roboto"/>
                        </a:rPr>
                        <a:t> Paid software</a:t>
                      </a:r>
                      <a:endParaRPr lang="en-US" sz="1800" dirty="0">
                        <a:solidFill>
                          <a:schemeClr val="dk1"/>
                        </a:solidFill>
                        <a:sym typeface="Roboto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419136"/>
                  </a:ext>
                </a:extLst>
              </a:tr>
              <a:tr h="8590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Ascend SMS</a:t>
                      </a:r>
                      <a:endParaRPr lang="en-US" sz="18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sym typeface="Fira Sans Extra Condensed Medium"/>
                      </a:endParaRPr>
                    </a:p>
                    <a:p>
                      <a:endParaRPr lang="en-US" dirty="0"/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Discipline Reporting, Relation between parents and educator, SMS Student Info Management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Limits the number of schools,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only free to Catholic</a:t>
                      </a:r>
                      <a:endParaRPr lang="en-US" sz="1800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515213"/>
                  </a:ext>
                </a:extLst>
              </a:tr>
              <a:tr h="859042">
                <a:tc>
                  <a:txBody>
                    <a:bodyPr/>
                    <a:lstStyle/>
                    <a:p>
                      <a:r>
                        <a:rPr lang="en-US" dirty="0" err="1"/>
                        <a:t>SchoolTool</a:t>
                      </a:r>
                      <a:r>
                        <a:rPr lang="en-US" dirty="0"/>
                        <a:t> 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Attendance Tracking, Free software, Parent and Teacher Portals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Data Security Concerns, User Interface, Feature Set, Scalability.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662080"/>
                  </a:ext>
                </a:extLst>
              </a:tr>
              <a:tr h="859042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</a:rPr>
                        <a:t>Classe365</a:t>
                      </a:r>
                      <a:endParaRPr lang="en-US" sz="1800" b="1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instant SMS Notifications, Finance and Billing, Gradebook and Assessment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User Adoption, Integration Options,</a:t>
                      </a:r>
                      <a:r>
                        <a:rPr lang="en-US" sz="1800" b="0" kern="1200" baseline="0" dirty="0">
                          <a:solidFill>
                            <a:schemeClr val="dk1"/>
                          </a:solidFill>
                          <a:effectLst/>
                        </a:rPr>
                        <a:t> Internet Dependency, Learning Curve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12087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70568-D51E-DAF7-CA91-89E52037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09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1" name="Picture 1070">
            <a:extLst>
              <a:ext uri="{FF2B5EF4-FFF2-40B4-BE49-F238E27FC236}">
                <a16:creationId xmlns:a16="http://schemas.microsoft.com/office/drawing/2014/main" id="{379AAD34-DF03-10DE-7EA5-035555FDBD6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6" y="3408408"/>
            <a:ext cx="801641" cy="801642"/>
          </a:xfrm>
          <a:prstGeom prst="rect">
            <a:avLst/>
          </a:prstGeom>
        </p:spPr>
      </p:pic>
      <p:pic>
        <p:nvPicPr>
          <p:cNvPr id="1072" name="Picture 1071">
            <a:hlinkClick r:id="rId3" action="ppaction://hlinksldjump"/>
            <a:extLst>
              <a:ext uri="{FF2B5EF4-FFF2-40B4-BE49-F238E27FC236}">
                <a16:creationId xmlns:a16="http://schemas.microsoft.com/office/drawing/2014/main" id="{B5FF3AA8-605F-3053-FF5F-B69CD4F879F5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1241965"/>
            <a:ext cx="441484" cy="441485"/>
          </a:xfrm>
          <a:prstGeom prst="rect">
            <a:avLst/>
          </a:prstGeom>
        </p:spPr>
      </p:pic>
      <p:pic>
        <p:nvPicPr>
          <p:cNvPr id="1073" name="Picture 1072">
            <a:hlinkClick r:id="rId5" action="ppaction://hlinksldjump"/>
            <a:extLst>
              <a:ext uri="{FF2B5EF4-FFF2-40B4-BE49-F238E27FC236}">
                <a16:creationId xmlns:a16="http://schemas.microsoft.com/office/drawing/2014/main" id="{3156769D-60EB-96A5-C82F-DABCB833160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2031409"/>
            <a:ext cx="441484" cy="441485"/>
          </a:xfrm>
          <a:prstGeom prst="rect">
            <a:avLst/>
          </a:prstGeom>
        </p:spPr>
      </p:pic>
      <p:pic>
        <p:nvPicPr>
          <p:cNvPr id="1074" name="Picture 1073">
            <a:hlinkClick r:id="rId7" action="ppaction://hlinksldjump"/>
            <a:extLst>
              <a:ext uri="{FF2B5EF4-FFF2-40B4-BE49-F238E27FC236}">
                <a16:creationId xmlns:a16="http://schemas.microsoft.com/office/drawing/2014/main" id="{52AD2F3A-B913-E22E-C13A-395EED5A3738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0" y="394308"/>
            <a:ext cx="499698" cy="499698"/>
          </a:xfrm>
          <a:prstGeom prst="rect">
            <a:avLst/>
          </a:prstGeom>
        </p:spPr>
      </p:pic>
      <p:pic>
        <p:nvPicPr>
          <p:cNvPr id="1075" name="Picture 1074">
            <a:hlinkClick r:id="rId9" action="ppaction://hlinksldjump"/>
            <a:extLst>
              <a:ext uri="{FF2B5EF4-FFF2-40B4-BE49-F238E27FC236}">
                <a16:creationId xmlns:a16="http://schemas.microsoft.com/office/drawing/2014/main" id="{1D0C0B63-3DD6-33B9-9A07-EB3758FC2EF5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74" y="2820853"/>
            <a:ext cx="428670" cy="428670"/>
          </a:xfrm>
          <a:prstGeom prst="rect">
            <a:avLst/>
          </a:prstGeom>
        </p:spPr>
      </p:pic>
      <p:pic>
        <p:nvPicPr>
          <p:cNvPr id="1076" name="Picture 1075">
            <a:hlinkClick r:id="rId11" action="ppaction://hlinksldjump"/>
            <a:extLst>
              <a:ext uri="{FF2B5EF4-FFF2-40B4-BE49-F238E27FC236}">
                <a16:creationId xmlns:a16="http://schemas.microsoft.com/office/drawing/2014/main" id="{80BAE376-6EC4-7229-C8EB-4FAC0295B406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6022208"/>
            <a:ext cx="441484" cy="441485"/>
          </a:xfrm>
          <a:prstGeom prst="rect">
            <a:avLst/>
          </a:prstGeom>
        </p:spPr>
      </p:pic>
      <p:pic>
        <p:nvPicPr>
          <p:cNvPr id="1077" name="Picture 1076">
            <a:hlinkClick r:id="rId13" action="ppaction://hlinksldjump"/>
            <a:extLst>
              <a:ext uri="{FF2B5EF4-FFF2-40B4-BE49-F238E27FC236}">
                <a16:creationId xmlns:a16="http://schemas.microsoft.com/office/drawing/2014/main" id="{7D8FA9EF-62A4-1224-6728-E50ED6FAB261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4386926"/>
            <a:ext cx="441484" cy="441485"/>
          </a:xfrm>
          <a:prstGeom prst="rect">
            <a:avLst/>
          </a:prstGeom>
        </p:spPr>
      </p:pic>
      <p:pic>
        <p:nvPicPr>
          <p:cNvPr id="1098" name="Picture 1097">
            <a:hlinkClick r:id="rId15" action="ppaction://hlinksldjump"/>
            <a:extLst>
              <a:ext uri="{FF2B5EF4-FFF2-40B4-BE49-F238E27FC236}">
                <a16:creationId xmlns:a16="http://schemas.microsoft.com/office/drawing/2014/main" id="{8BBD4D73-C184-1FF8-1756-975D975B036C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70" y="5176370"/>
            <a:ext cx="497878" cy="497879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9866C2B-6FE8-BB5F-D5FF-2894BC782F5D}"/>
              </a:ext>
            </a:extLst>
          </p:cNvPr>
          <p:cNvSpPr/>
          <p:nvPr/>
        </p:nvSpPr>
        <p:spPr>
          <a:xfrm>
            <a:off x="121920" y="3288824"/>
            <a:ext cx="1173480" cy="105208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5400000" sx="92000" sy="92000" algn="t" rotWithShape="0">
              <a:prstClr val="black">
                <a:alpha val="5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28E6121-2750-7E63-2BFD-797B57AB45DE}"/>
              </a:ext>
            </a:extLst>
          </p:cNvPr>
          <p:cNvSpPr/>
          <p:nvPr/>
        </p:nvSpPr>
        <p:spPr>
          <a:xfrm>
            <a:off x="1677240" y="664809"/>
            <a:ext cx="3638832" cy="564556"/>
          </a:xfrm>
          <a:prstGeom prst="roundRect">
            <a:avLst>
              <a:gd name="adj" fmla="val 45781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entury Gothic" panose="020B0502020202020204" pitchFamily="34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00D460-B0A7-6F0F-3F2F-EE9B2E454B69}"/>
              </a:ext>
            </a:extLst>
          </p:cNvPr>
          <p:cNvSpPr txBox="1"/>
          <p:nvPr/>
        </p:nvSpPr>
        <p:spPr>
          <a:xfrm>
            <a:off x="7897090" y="6488442"/>
            <a:ext cx="42949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cap="none" spc="0" dirty="0">
                <a:ln w="0"/>
                <a:latin typeface="Century Gothic" panose="020B0502020202020204" pitchFamily="34" charset="0"/>
              </a:rPr>
              <a:t>Project title: High School Management System</a:t>
            </a:r>
            <a:endParaRPr 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DBE5E8-4DD6-82CD-6CE4-42902AA194A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589" y="9761041"/>
            <a:ext cx="5020847" cy="409422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1790D36-A2F0-957B-9A06-6539C9BB62AC}"/>
              </a:ext>
            </a:extLst>
          </p:cNvPr>
          <p:cNvSpPr/>
          <p:nvPr/>
        </p:nvSpPr>
        <p:spPr>
          <a:xfrm>
            <a:off x="1677240" y="664809"/>
            <a:ext cx="3638832" cy="564556"/>
          </a:xfrm>
          <a:prstGeom prst="roundRect">
            <a:avLst>
              <a:gd name="adj" fmla="val 45781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entury Gothic" panose="020B0502020202020204" pitchFamily="34" charset="0"/>
              </a:rPr>
              <a:t>Methodology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6F4C0602-6448-EE0A-8BCA-326B760F8FCB}"/>
              </a:ext>
            </a:extLst>
          </p:cNvPr>
          <p:cNvSpPr/>
          <p:nvPr/>
        </p:nvSpPr>
        <p:spPr>
          <a:xfrm>
            <a:off x="2754512" y="1343932"/>
            <a:ext cx="2502814" cy="4899468"/>
          </a:xfrm>
          <a:custGeom>
            <a:avLst/>
            <a:gdLst>
              <a:gd name="connsiteX0" fmla="*/ 0 w 2502814"/>
              <a:gd name="connsiteY0" fmla="*/ 51 h 4899468"/>
              <a:gd name="connsiteX1" fmla="*/ 7702 w 2502814"/>
              <a:gd name="connsiteY1" fmla="*/ 0 h 4899468"/>
              <a:gd name="connsiteX2" fmla="*/ 15202 w 2502814"/>
              <a:gd name="connsiteY2" fmla="*/ 253 h 4899468"/>
              <a:gd name="connsiteX3" fmla="*/ 30201 w 2502814"/>
              <a:gd name="connsiteY3" fmla="*/ 760 h 4899468"/>
              <a:gd name="connsiteX4" fmla="*/ 59339 w 2502814"/>
              <a:gd name="connsiteY4" fmla="*/ 2888 h 4899468"/>
              <a:gd name="connsiteX5" fmla="*/ 115536 w 2502814"/>
              <a:gd name="connsiteY5" fmla="*/ 9831 h 4899468"/>
              <a:gd name="connsiteX6" fmla="*/ 143507 w 2502814"/>
              <a:gd name="connsiteY6" fmla="*/ 13428 h 4899468"/>
              <a:gd name="connsiteX7" fmla="*/ 171327 w 2502814"/>
              <a:gd name="connsiteY7" fmla="*/ 17229 h 4899468"/>
              <a:gd name="connsiteX8" fmla="*/ 183894 w 2502814"/>
              <a:gd name="connsiteY8" fmla="*/ 20877 h 4899468"/>
              <a:gd name="connsiteX9" fmla="*/ 195144 w 2502814"/>
              <a:gd name="connsiteY9" fmla="*/ 26198 h 4899468"/>
              <a:gd name="connsiteX10" fmla="*/ 214653 w 2502814"/>
              <a:gd name="connsiteY10" fmla="*/ 40691 h 4899468"/>
              <a:gd name="connsiteX11" fmla="*/ 366826 w 2502814"/>
              <a:gd name="connsiteY11" fmla="*/ 161699 h 4899468"/>
              <a:gd name="connsiteX12" fmla="*/ 670816 w 2502814"/>
              <a:gd name="connsiteY12" fmla="*/ 404172 h 4899468"/>
              <a:gd name="connsiteX13" fmla="*/ 974147 w 2502814"/>
              <a:gd name="connsiteY13" fmla="*/ 647455 h 4899468"/>
              <a:gd name="connsiteX14" fmla="*/ 1276719 w 2502814"/>
              <a:gd name="connsiteY14" fmla="*/ 891752 h 4899468"/>
              <a:gd name="connsiteX15" fmla="*/ 1879531 w 2502814"/>
              <a:gd name="connsiteY15" fmla="*/ 1383336 h 4899468"/>
              <a:gd name="connsiteX16" fmla="*/ 2029626 w 2502814"/>
              <a:gd name="connsiteY16" fmla="*/ 1507030 h 4899468"/>
              <a:gd name="connsiteX17" fmla="*/ 2179417 w 2502814"/>
              <a:gd name="connsiteY17" fmla="*/ 1631129 h 4899468"/>
              <a:gd name="connsiteX18" fmla="*/ 2477732 w 2502814"/>
              <a:gd name="connsiteY18" fmla="*/ 1880899 h 4899468"/>
              <a:gd name="connsiteX19" fmla="*/ 2502815 w 2502814"/>
              <a:gd name="connsiteY19" fmla="*/ 1902131 h 4899468"/>
              <a:gd name="connsiteX20" fmla="*/ 2489184 w 2502814"/>
              <a:gd name="connsiteY20" fmla="*/ 1929748 h 4899468"/>
              <a:gd name="connsiteX21" fmla="*/ 1022591 w 2502814"/>
              <a:gd name="connsiteY21" fmla="*/ 4899469 h 4899468"/>
              <a:gd name="connsiteX22" fmla="*/ 1020058 w 2502814"/>
              <a:gd name="connsiteY22" fmla="*/ 4898253 h 4899468"/>
              <a:gd name="connsiteX23" fmla="*/ 2417177 w 2502814"/>
              <a:gd name="connsiteY23" fmla="*/ 1895138 h 4899468"/>
              <a:gd name="connsiteX24" fmla="*/ 2428629 w 2502814"/>
              <a:gd name="connsiteY24" fmla="*/ 1943937 h 4899468"/>
              <a:gd name="connsiteX25" fmla="*/ 2113592 w 2502814"/>
              <a:gd name="connsiteY25" fmla="*/ 1715602 h 4899468"/>
              <a:gd name="connsiteX26" fmla="*/ 1956707 w 2502814"/>
              <a:gd name="connsiteY26" fmla="*/ 1600624 h 4899468"/>
              <a:gd name="connsiteX27" fmla="*/ 1800125 w 2502814"/>
              <a:gd name="connsiteY27" fmla="*/ 1485240 h 4899468"/>
              <a:gd name="connsiteX28" fmla="*/ 1176284 w 2502814"/>
              <a:gd name="connsiteY28" fmla="*/ 1020666 h 4899468"/>
              <a:gd name="connsiteX29" fmla="*/ 865554 w 2502814"/>
              <a:gd name="connsiteY29" fmla="*/ 786858 h 4899468"/>
              <a:gd name="connsiteX30" fmla="*/ 555584 w 2502814"/>
              <a:gd name="connsiteY30" fmla="*/ 552037 h 4899468"/>
              <a:gd name="connsiteX31" fmla="*/ 246273 w 2502814"/>
              <a:gd name="connsiteY31" fmla="*/ 316405 h 4899468"/>
              <a:gd name="connsiteX32" fmla="*/ 91770 w 2502814"/>
              <a:gd name="connsiteY32" fmla="*/ 198387 h 4899468"/>
              <a:gd name="connsiteX33" fmla="*/ 72970 w 2502814"/>
              <a:gd name="connsiteY33" fmla="*/ 182982 h 4899468"/>
              <a:gd name="connsiteX34" fmla="*/ 65065 w 2502814"/>
              <a:gd name="connsiteY34" fmla="*/ 173405 h 4899468"/>
              <a:gd name="connsiteX35" fmla="*/ 58477 w 2502814"/>
              <a:gd name="connsiteY35" fmla="*/ 162105 h 4899468"/>
              <a:gd name="connsiteX36" fmla="*/ 47988 w 2502814"/>
              <a:gd name="connsiteY36" fmla="*/ 136008 h 4899468"/>
              <a:gd name="connsiteX37" fmla="*/ 37650 w 2502814"/>
              <a:gd name="connsiteY37" fmla="*/ 109759 h 4899468"/>
              <a:gd name="connsiteX38" fmla="*/ 17178 w 2502814"/>
              <a:gd name="connsiteY38" fmla="*/ 56957 h 4899468"/>
              <a:gd name="connsiteX39" fmla="*/ 8006 w 2502814"/>
              <a:gd name="connsiteY39" fmla="*/ 29188 h 4899468"/>
              <a:gd name="connsiteX40" fmla="*/ 3851 w 2502814"/>
              <a:gd name="connsiteY40" fmla="*/ 14746 h 4899468"/>
              <a:gd name="connsiteX41" fmla="*/ 1774 w 2502814"/>
              <a:gd name="connsiteY41" fmla="*/ 7500 h 4899468"/>
              <a:gd name="connsiteX42" fmla="*/ 0 w 2502814"/>
              <a:gd name="connsiteY42" fmla="*/ 51 h 4899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502814" h="4899468">
                <a:moveTo>
                  <a:pt x="0" y="51"/>
                </a:moveTo>
                <a:lnTo>
                  <a:pt x="7702" y="0"/>
                </a:lnTo>
                <a:lnTo>
                  <a:pt x="15202" y="253"/>
                </a:lnTo>
                <a:lnTo>
                  <a:pt x="30201" y="760"/>
                </a:lnTo>
                <a:cubicBezTo>
                  <a:pt x="40032" y="1318"/>
                  <a:pt x="49812" y="1926"/>
                  <a:pt x="59339" y="2888"/>
                </a:cubicBezTo>
                <a:cubicBezTo>
                  <a:pt x="78595" y="4561"/>
                  <a:pt x="97141" y="7094"/>
                  <a:pt x="115536" y="9831"/>
                </a:cubicBezTo>
                <a:cubicBezTo>
                  <a:pt x="124758" y="11148"/>
                  <a:pt x="133981" y="12516"/>
                  <a:pt x="143507" y="13428"/>
                </a:cubicBezTo>
                <a:cubicBezTo>
                  <a:pt x="152983" y="14442"/>
                  <a:pt x="162510" y="15405"/>
                  <a:pt x="171327" y="17229"/>
                </a:cubicBezTo>
                <a:cubicBezTo>
                  <a:pt x="175685" y="18242"/>
                  <a:pt x="179942" y="19357"/>
                  <a:pt x="183894" y="20877"/>
                </a:cubicBezTo>
                <a:cubicBezTo>
                  <a:pt x="187847" y="22398"/>
                  <a:pt x="191596" y="24171"/>
                  <a:pt x="195144" y="26198"/>
                </a:cubicBezTo>
                <a:cubicBezTo>
                  <a:pt x="202238" y="30252"/>
                  <a:pt x="208268" y="35725"/>
                  <a:pt x="214653" y="40691"/>
                </a:cubicBezTo>
                <a:lnTo>
                  <a:pt x="366826" y="161699"/>
                </a:lnTo>
                <a:lnTo>
                  <a:pt x="670816" y="404172"/>
                </a:lnTo>
                <a:lnTo>
                  <a:pt x="974147" y="647455"/>
                </a:lnTo>
                <a:cubicBezTo>
                  <a:pt x="1075038" y="728888"/>
                  <a:pt x="1176081" y="810067"/>
                  <a:pt x="1276719" y="891752"/>
                </a:cubicBezTo>
                <a:cubicBezTo>
                  <a:pt x="1478247" y="1054870"/>
                  <a:pt x="1679219" y="1218647"/>
                  <a:pt x="1879531" y="1383336"/>
                </a:cubicBezTo>
                <a:lnTo>
                  <a:pt x="2029626" y="1507030"/>
                </a:lnTo>
                <a:lnTo>
                  <a:pt x="2179417" y="1631129"/>
                </a:lnTo>
                <a:cubicBezTo>
                  <a:pt x="2279193" y="1713930"/>
                  <a:pt x="2378614" y="1797186"/>
                  <a:pt x="2477732" y="1880899"/>
                </a:cubicBezTo>
                <a:lnTo>
                  <a:pt x="2502815" y="1902131"/>
                </a:lnTo>
                <a:lnTo>
                  <a:pt x="2489184" y="1929748"/>
                </a:lnTo>
                <a:lnTo>
                  <a:pt x="1022591" y="4899469"/>
                </a:lnTo>
                <a:lnTo>
                  <a:pt x="1020058" y="4898253"/>
                </a:lnTo>
                <a:lnTo>
                  <a:pt x="2417177" y="1895138"/>
                </a:lnTo>
                <a:lnTo>
                  <a:pt x="2428629" y="1943937"/>
                </a:lnTo>
                <a:cubicBezTo>
                  <a:pt x="2323279" y="1868281"/>
                  <a:pt x="2218233" y="1792220"/>
                  <a:pt x="2113592" y="1715602"/>
                </a:cubicBezTo>
                <a:lnTo>
                  <a:pt x="1956707" y="1600624"/>
                </a:lnTo>
                <a:lnTo>
                  <a:pt x="1800125" y="1485240"/>
                </a:lnTo>
                <a:cubicBezTo>
                  <a:pt x="1591553" y="1331193"/>
                  <a:pt x="1383640" y="1176284"/>
                  <a:pt x="1176284" y="1020666"/>
                </a:cubicBezTo>
                <a:cubicBezTo>
                  <a:pt x="1072505" y="942983"/>
                  <a:pt x="969131" y="864794"/>
                  <a:pt x="865554" y="786858"/>
                </a:cubicBezTo>
                <a:lnTo>
                  <a:pt x="555584" y="552037"/>
                </a:lnTo>
                <a:lnTo>
                  <a:pt x="246273" y="316405"/>
                </a:lnTo>
                <a:lnTo>
                  <a:pt x="91770" y="198387"/>
                </a:lnTo>
                <a:cubicBezTo>
                  <a:pt x="85385" y="193370"/>
                  <a:pt x="78645" y="188860"/>
                  <a:pt x="72970" y="182982"/>
                </a:cubicBezTo>
                <a:cubicBezTo>
                  <a:pt x="70132" y="180043"/>
                  <a:pt x="67446" y="176851"/>
                  <a:pt x="65065" y="173405"/>
                </a:cubicBezTo>
                <a:cubicBezTo>
                  <a:pt x="62632" y="169908"/>
                  <a:pt x="60504" y="166057"/>
                  <a:pt x="58477" y="162105"/>
                </a:cubicBezTo>
                <a:cubicBezTo>
                  <a:pt x="54575" y="153946"/>
                  <a:pt x="51282" y="144977"/>
                  <a:pt x="47988" y="136008"/>
                </a:cubicBezTo>
                <a:cubicBezTo>
                  <a:pt x="44745" y="126988"/>
                  <a:pt x="41198" y="118373"/>
                  <a:pt x="37650" y="109759"/>
                </a:cubicBezTo>
                <a:cubicBezTo>
                  <a:pt x="30505" y="92581"/>
                  <a:pt x="23513" y="75199"/>
                  <a:pt x="17178" y="56957"/>
                </a:cubicBezTo>
                <a:cubicBezTo>
                  <a:pt x="13935" y="47937"/>
                  <a:pt x="10945" y="38613"/>
                  <a:pt x="8006" y="29188"/>
                </a:cubicBezTo>
                <a:lnTo>
                  <a:pt x="3851" y="14746"/>
                </a:lnTo>
                <a:lnTo>
                  <a:pt x="1774" y="7500"/>
                </a:lnTo>
                <a:lnTo>
                  <a:pt x="0" y="51"/>
                </a:lnTo>
                <a:close/>
              </a:path>
            </a:pathLst>
          </a:custGeom>
          <a:solidFill>
            <a:srgbClr val="404040"/>
          </a:solidFill>
          <a:ln w="506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21518FC-1291-85B7-FAC3-D766F6BA59AF}"/>
              </a:ext>
            </a:extLst>
          </p:cNvPr>
          <p:cNvSpPr/>
          <p:nvPr/>
        </p:nvSpPr>
        <p:spPr>
          <a:xfrm>
            <a:off x="2298264" y="2932066"/>
            <a:ext cx="2760628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Waterfall</a:t>
            </a:r>
          </a:p>
          <a:p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</a:t>
            </a:r>
          </a:p>
        </p:txBody>
      </p:sp>
      <p:grpSp>
        <p:nvGrpSpPr>
          <p:cNvPr id="53" name="Graphic 43">
            <a:extLst>
              <a:ext uri="{FF2B5EF4-FFF2-40B4-BE49-F238E27FC236}">
                <a16:creationId xmlns:a16="http://schemas.microsoft.com/office/drawing/2014/main" id="{C6851F77-1939-E4BE-70BB-311A36DC0DB4}"/>
              </a:ext>
            </a:extLst>
          </p:cNvPr>
          <p:cNvGrpSpPr/>
          <p:nvPr/>
        </p:nvGrpSpPr>
        <p:grpSpPr>
          <a:xfrm>
            <a:off x="5113183" y="1326854"/>
            <a:ext cx="3780370" cy="948020"/>
            <a:chOff x="5113183" y="1326854"/>
            <a:chExt cx="3780370" cy="948020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A7C7B75-4CE1-675D-2190-17A02E97966E}"/>
                </a:ext>
              </a:extLst>
            </p:cNvPr>
            <p:cNvSpPr/>
            <p:nvPr/>
          </p:nvSpPr>
          <p:spPr>
            <a:xfrm>
              <a:off x="5113183" y="1326854"/>
              <a:ext cx="3780370" cy="948020"/>
            </a:xfrm>
            <a:custGeom>
              <a:avLst/>
              <a:gdLst>
                <a:gd name="connsiteX0" fmla="*/ 3780371 w 3780370"/>
                <a:gd name="connsiteY0" fmla="*/ 32408 h 948020"/>
                <a:gd name="connsiteX1" fmla="*/ 1109954 w 3780370"/>
                <a:gd name="connsiteY1" fmla="*/ 0 h 948020"/>
                <a:gd name="connsiteX2" fmla="*/ 0 w 3780370"/>
                <a:gd name="connsiteY2" fmla="*/ 909783 h 948020"/>
                <a:gd name="connsiteX3" fmla="*/ 3750904 w 3780370"/>
                <a:gd name="connsiteY3" fmla="*/ 948021 h 948020"/>
                <a:gd name="connsiteX4" fmla="*/ 3287188 w 3780370"/>
                <a:gd name="connsiteY4" fmla="*/ 475481 h 948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0370" h="948020">
                  <a:moveTo>
                    <a:pt x="3780371" y="32408"/>
                  </a:moveTo>
                  <a:lnTo>
                    <a:pt x="1109954" y="0"/>
                  </a:lnTo>
                  <a:lnTo>
                    <a:pt x="0" y="909783"/>
                  </a:lnTo>
                  <a:lnTo>
                    <a:pt x="3750904" y="948021"/>
                  </a:lnTo>
                  <a:lnTo>
                    <a:pt x="3287188" y="475481"/>
                  </a:lnTo>
                  <a:close/>
                </a:path>
              </a:pathLst>
            </a:custGeom>
            <a:solidFill>
              <a:srgbClr val="2A9E87"/>
            </a:solidFill>
            <a:ln w="53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1D6C20E-3AA6-B58F-0871-EF8A1E6CCF32}"/>
                </a:ext>
              </a:extLst>
            </p:cNvPr>
            <p:cNvSpPr txBox="1"/>
            <p:nvPr/>
          </p:nvSpPr>
          <p:spPr>
            <a:xfrm>
              <a:off x="5967554" y="1473262"/>
              <a:ext cx="23314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600" b="1" spc="0" baseline="0" dirty="0">
                  <a:ln/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cs typeface="Arial"/>
                  <a:sym typeface="Arial"/>
                  <a:rtl val="0"/>
                </a:rPr>
                <a:t>Requirement Analysis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40328A4-2523-EC07-4AA5-A46086AAC626}"/>
                </a:ext>
              </a:extLst>
            </p:cNvPr>
            <p:cNvSpPr txBox="1"/>
            <p:nvPr/>
          </p:nvSpPr>
          <p:spPr>
            <a:xfrm>
              <a:off x="6149971" y="1742796"/>
              <a:ext cx="19752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600" b="1" spc="0" baseline="0">
                  <a:ln/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cs typeface="Arial"/>
                  <a:sym typeface="Arial"/>
                  <a:rtl val="0"/>
                </a:rPr>
                <a:t>And Specification </a:t>
              </a: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9182E981-EA37-981C-A09E-B98F69A0C224}"/>
              </a:ext>
            </a:extLst>
          </p:cNvPr>
          <p:cNvGrpSpPr/>
          <p:nvPr/>
        </p:nvGrpSpPr>
        <p:grpSpPr>
          <a:xfrm>
            <a:off x="5113183" y="2236637"/>
            <a:ext cx="3761224" cy="1079044"/>
            <a:chOff x="5113183" y="2236637"/>
            <a:chExt cx="3761224" cy="1079044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C066615-9D2D-B988-C874-DBD334663EBB}"/>
                </a:ext>
              </a:extLst>
            </p:cNvPr>
            <p:cNvSpPr/>
            <p:nvPr/>
          </p:nvSpPr>
          <p:spPr>
            <a:xfrm>
              <a:off x="5113183" y="2236637"/>
              <a:ext cx="1251299" cy="139847"/>
            </a:xfrm>
            <a:custGeom>
              <a:avLst/>
              <a:gdLst>
                <a:gd name="connsiteX0" fmla="*/ 0 w 1251299"/>
                <a:gd name="connsiteY0" fmla="*/ 0 h 139847"/>
                <a:gd name="connsiteX1" fmla="*/ 1497 w 1251299"/>
                <a:gd name="connsiteY1" fmla="*/ 122146 h 139847"/>
                <a:gd name="connsiteX2" fmla="*/ 1251299 w 1251299"/>
                <a:gd name="connsiteY2" fmla="*/ 139847 h 139847"/>
                <a:gd name="connsiteX3" fmla="*/ 1251299 w 1251299"/>
                <a:gd name="connsiteY3" fmla="*/ 12728 h 13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1299" h="139847">
                  <a:moveTo>
                    <a:pt x="0" y="0"/>
                  </a:moveTo>
                  <a:lnTo>
                    <a:pt x="1497" y="122146"/>
                  </a:lnTo>
                  <a:lnTo>
                    <a:pt x="1251299" y="139847"/>
                  </a:lnTo>
                  <a:lnTo>
                    <a:pt x="1251299" y="12728"/>
                  </a:lnTo>
                  <a:close/>
                </a:path>
              </a:pathLst>
            </a:custGeom>
            <a:solidFill>
              <a:srgbClr val="8E8F8A"/>
            </a:solidFill>
            <a:ln w="53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43">
              <a:extLst>
                <a:ext uri="{FF2B5EF4-FFF2-40B4-BE49-F238E27FC236}">
                  <a16:creationId xmlns:a16="http://schemas.microsoft.com/office/drawing/2014/main" id="{6B85FC53-8AD8-6CF0-39CE-42D948C4B64D}"/>
                </a:ext>
              </a:extLst>
            </p:cNvPr>
            <p:cNvGrpSpPr/>
            <p:nvPr/>
          </p:nvGrpSpPr>
          <p:grpSpPr>
            <a:xfrm>
              <a:off x="5114680" y="2358783"/>
              <a:ext cx="3759727" cy="956898"/>
              <a:chOff x="5114680" y="2358783"/>
              <a:chExt cx="3759727" cy="956898"/>
            </a:xfrm>
          </p:grpSpPr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474E8CB1-F865-2A94-CC03-FC598AA48751}"/>
                  </a:ext>
                </a:extLst>
              </p:cNvPr>
              <p:cNvSpPr/>
              <p:nvPr/>
            </p:nvSpPr>
            <p:spPr>
              <a:xfrm>
                <a:off x="5114680" y="2358783"/>
                <a:ext cx="3759727" cy="956898"/>
              </a:xfrm>
              <a:custGeom>
                <a:avLst/>
                <a:gdLst>
                  <a:gd name="connsiteX0" fmla="*/ 0 w 3759727"/>
                  <a:gd name="connsiteY0" fmla="*/ 0 h 956898"/>
                  <a:gd name="connsiteX1" fmla="*/ 2705712 w 3759727"/>
                  <a:gd name="connsiteY1" fmla="*/ 38291 h 956898"/>
                  <a:gd name="connsiteX2" fmla="*/ 3759728 w 3759727"/>
                  <a:gd name="connsiteY2" fmla="*/ 956898 h 956898"/>
                  <a:gd name="connsiteX3" fmla="*/ 1083429 w 3759727"/>
                  <a:gd name="connsiteY3" fmla="*/ 918607 h 956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59727" h="956898">
                    <a:moveTo>
                      <a:pt x="0" y="0"/>
                    </a:moveTo>
                    <a:lnTo>
                      <a:pt x="2705712" y="38291"/>
                    </a:lnTo>
                    <a:lnTo>
                      <a:pt x="3759728" y="956898"/>
                    </a:lnTo>
                    <a:lnTo>
                      <a:pt x="1083429" y="918607"/>
                    </a:lnTo>
                    <a:close/>
                  </a:path>
                </a:pathLst>
              </a:custGeom>
              <a:solidFill>
                <a:srgbClr val="FF962B"/>
              </a:solidFill>
              <a:ln w="53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5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A163B91-80D0-A289-D131-5C894CC24289}"/>
                  </a:ext>
                </a:extLst>
              </p:cNvPr>
              <p:cNvSpPr txBox="1"/>
              <p:nvPr/>
            </p:nvSpPr>
            <p:spPr>
              <a:xfrm>
                <a:off x="6356686" y="2667780"/>
                <a:ext cx="15856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cs typeface="Arial"/>
                    <a:sym typeface="Arial"/>
                    <a:rtl val="0"/>
                  </a:rPr>
                  <a:t>Design Phase </a:t>
                </a:r>
              </a:p>
            </p:txBody>
          </p:sp>
        </p:grpSp>
      </p:grp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F63EC63D-5A70-C273-F5A9-60AFB3049932}"/>
              </a:ext>
            </a:extLst>
          </p:cNvPr>
          <p:cNvGrpSpPr/>
          <p:nvPr/>
        </p:nvGrpSpPr>
        <p:grpSpPr>
          <a:xfrm>
            <a:off x="5158853" y="3297444"/>
            <a:ext cx="3715554" cy="1016313"/>
            <a:chOff x="5158853" y="3297444"/>
            <a:chExt cx="3715554" cy="1016313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511E266-9730-CC3A-FBB7-8B090B12ADAA}"/>
                </a:ext>
              </a:extLst>
            </p:cNvPr>
            <p:cNvSpPr/>
            <p:nvPr/>
          </p:nvSpPr>
          <p:spPr>
            <a:xfrm>
              <a:off x="7601396" y="3297444"/>
              <a:ext cx="1273011" cy="147762"/>
            </a:xfrm>
            <a:custGeom>
              <a:avLst/>
              <a:gdLst>
                <a:gd name="connsiteX0" fmla="*/ 0 w 1273011"/>
                <a:gd name="connsiteY0" fmla="*/ 0 h 147762"/>
                <a:gd name="connsiteX1" fmla="*/ 0 w 1273011"/>
                <a:gd name="connsiteY1" fmla="*/ 132253 h 147762"/>
                <a:gd name="connsiteX2" fmla="*/ 1273012 w 1273011"/>
                <a:gd name="connsiteY2" fmla="*/ 147762 h 147762"/>
                <a:gd name="connsiteX3" fmla="*/ 1273012 w 1273011"/>
                <a:gd name="connsiteY3" fmla="*/ 18236 h 147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011" h="147762">
                  <a:moveTo>
                    <a:pt x="0" y="0"/>
                  </a:moveTo>
                  <a:lnTo>
                    <a:pt x="0" y="132253"/>
                  </a:lnTo>
                  <a:lnTo>
                    <a:pt x="1273012" y="147762"/>
                  </a:lnTo>
                  <a:lnTo>
                    <a:pt x="1273012" y="18236"/>
                  </a:lnTo>
                  <a:close/>
                </a:path>
              </a:pathLst>
            </a:custGeom>
            <a:solidFill>
              <a:srgbClr val="8D928C"/>
            </a:solidFill>
            <a:ln w="53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0" name="Graphic 43">
              <a:extLst>
                <a:ext uri="{FF2B5EF4-FFF2-40B4-BE49-F238E27FC236}">
                  <a16:creationId xmlns:a16="http://schemas.microsoft.com/office/drawing/2014/main" id="{BE24AB2D-54E9-F538-49EF-39CBDE487806}"/>
                </a:ext>
              </a:extLst>
            </p:cNvPr>
            <p:cNvGrpSpPr/>
            <p:nvPr/>
          </p:nvGrpSpPr>
          <p:grpSpPr>
            <a:xfrm>
              <a:off x="5158853" y="3412852"/>
              <a:ext cx="3715553" cy="900905"/>
              <a:chOff x="5158853" y="3412852"/>
              <a:chExt cx="3715553" cy="900905"/>
            </a:xfrm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15A8BEE5-2DD5-C028-6ECF-8B6BE45BA39D}"/>
                  </a:ext>
                </a:extLst>
              </p:cNvPr>
              <p:cNvSpPr/>
              <p:nvPr/>
            </p:nvSpPr>
            <p:spPr>
              <a:xfrm>
                <a:off x="5158853" y="3412852"/>
                <a:ext cx="3715553" cy="900905"/>
              </a:xfrm>
              <a:custGeom>
                <a:avLst/>
                <a:gdLst>
                  <a:gd name="connsiteX0" fmla="*/ 1062840 w 3715553"/>
                  <a:gd name="connsiteY0" fmla="*/ 0 h 900905"/>
                  <a:gd name="connsiteX1" fmla="*/ 3715554 w 3715553"/>
                  <a:gd name="connsiteY1" fmla="*/ 32355 h 900905"/>
                  <a:gd name="connsiteX2" fmla="*/ 2640949 w 3715553"/>
                  <a:gd name="connsiteY2" fmla="*/ 900906 h 900905"/>
                  <a:gd name="connsiteX3" fmla="*/ 0 w 3715553"/>
                  <a:gd name="connsiteY3" fmla="*/ 877375 h 900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15553" h="900905">
                    <a:moveTo>
                      <a:pt x="1062840" y="0"/>
                    </a:moveTo>
                    <a:lnTo>
                      <a:pt x="3715554" y="32355"/>
                    </a:lnTo>
                    <a:lnTo>
                      <a:pt x="2640949" y="900906"/>
                    </a:lnTo>
                    <a:lnTo>
                      <a:pt x="0" y="877375"/>
                    </a:lnTo>
                    <a:close/>
                  </a:path>
                </a:pathLst>
              </a:custGeom>
              <a:solidFill>
                <a:srgbClr val="009FAD"/>
              </a:solidFill>
              <a:ln w="53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5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F629FAC-8C01-C41F-1495-7B7F549FE67B}"/>
                  </a:ext>
                </a:extLst>
              </p:cNvPr>
              <p:cNvSpPr txBox="1"/>
              <p:nvPr/>
            </p:nvSpPr>
            <p:spPr>
              <a:xfrm>
                <a:off x="6261062" y="3554260"/>
                <a:ext cx="170271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cs typeface="Arial"/>
                    <a:sym typeface="Arial"/>
                    <a:rtl val="0"/>
                  </a:rPr>
                  <a:t>Implementation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AF38B11-1674-C585-72B7-63C9F9CF53B5}"/>
                  </a:ext>
                </a:extLst>
              </p:cNvPr>
              <p:cNvSpPr txBox="1"/>
              <p:nvPr/>
            </p:nvSpPr>
            <p:spPr>
              <a:xfrm>
                <a:off x="6180790" y="3823794"/>
                <a:ext cx="18685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cs typeface="Arial"/>
                    <a:sym typeface="Arial"/>
                    <a:rtl val="0"/>
                  </a:rPr>
                  <a:t>And Unit Testing </a:t>
                </a:r>
              </a:p>
            </p:txBody>
          </p:sp>
        </p:grpSp>
      </p:grp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BF3314F2-FD1B-8080-2B01-DF47236B23EF}"/>
              </a:ext>
            </a:extLst>
          </p:cNvPr>
          <p:cNvGrpSpPr/>
          <p:nvPr/>
        </p:nvGrpSpPr>
        <p:grpSpPr>
          <a:xfrm>
            <a:off x="5158853" y="4288623"/>
            <a:ext cx="3768551" cy="1103055"/>
            <a:chOff x="5158853" y="4288623"/>
            <a:chExt cx="3768551" cy="1103055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69E8856-72E6-5E15-0C43-FA6A13BBFA63}"/>
                </a:ext>
              </a:extLst>
            </p:cNvPr>
            <p:cNvSpPr/>
            <p:nvPr/>
          </p:nvSpPr>
          <p:spPr>
            <a:xfrm>
              <a:off x="5158853" y="4288623"/>
              <a:ext cx="1300821" cy="192524"/>
            </a:xfrm>
            <a:custGeom>
              <a:avLst/>
              <a:gdLst>
                <a:gd name="connsiteX0" fmla="*/ 0 w 1300821"/>
                <a:gd name="connsiteY0" fmla="*/ 1604 h 192524"/>
                <a:gd name="connsiteX1" fmla="*/ 1300821 w 1300821"/>
                <a:gd name="connsiteY1" fmla="*/ 0 h 192524"/>
                <a:gd name="connsiteX2" fmla="*/ 1300821 w 1300821"/>
                <a:gd name="connsiteY2" fmla="*/ 192524 h 192524"/>
                <a:gd name="connsiteX3" fmla="*/ 8824 w 1300821"/>
                <a:gd name="connsiteY3" fmla="*/ 146211 h 192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00821" h="192524">
                  <a:moveTo>
                    <a:pt x="0" y="1604"/>
                  </a:moveTo>
                  <a:lnTo>
                    <a:pt x="1300821" y="0"/>
                  </a:lnTo>
                  <a:lnTo>
                    <a:pt x="1300821" y="192524"/>
                  </a:lnTo>
                  <a:lnTo>
                    <a:pt x="8824" y="146211"/>
                  </a:lnTo>
                  <a:close/>
                </a:path>
              </a:pathLst>
            </a:custGeom>
            <a:solidFill>
              <a:srgbClr val="9B8C8F"/>
            </a:solidFill>
            <a:ln w="53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024" name="Graphic 43">
              <a:extLst>
                <a:ext uri="{FF2B5EF4-FFF2-40B4-BE49-F238E27FC236}">
                  <a16:creationId xmlns:a16="http://schemas.microsoft.com/office/drawing/2014/main" id="{903DE727-E116-4B8D-CEAB-44039AA0A78E}"/>
                </a:ext>
              </a:extLst>
            </p:cNvPr>
            <p:cNvGrpSpPr/>
            <p:nvPr/>
          </p:nvGrpSpPr>
          <p:grpSpPr>
            <a:xfrm>
              <a:off x="5167677" y="4434834"/>
              <a:ext cx="3759727" cy="956844"/>
              <a:chOff x="5167677" y="4434834"/>
              <a:chExt cx="3759727" cy="956844"/>
            </a:xfrm>
          </p:grpSpPr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1689C3C2-26C7-90A9-47E4-8DE469B35D31}"/>
                  </a:ext>
                </a:extLst>
              </p:cNvPr>
              <p:cNvSpPr/>
              <p:nvPr/>
            </p:nvSpPr>
            <p:spPr>
              <a:xfrm>
                <a:off x="5167677" y="4434834"/>
                <a:ext cx="3759727" cy="956844"/>
              </a:xfrm>
              <a:custGeom>
                <a:avLst/>
                <a:gdLst>
                  <a:gd name="connsiteX0" fmla="*/ 0 w 3759727"/>
                  <a:gd name="connsiteY0" fmla="*/ 0 h 956844"/>
                  <a:gd name="connsiteX1" fmla="*/ 2705712 w 3759727"/>
                  <a:gd name="connsiteY1" fmla="*/ 38291 h 956844"/>
                  <a:gd name="connsiteX2" fmla="*/ 3759728 w 3759727"/>
                  <a:gd name="connsiteY2" fmla="*/ 956845 h 956844"/>
                  <a:gd name="connsiteX3" fmla="*/ 1083430 w 3759727"/>
                  <a:gd name="connsiteY3" fmla="*/ 918607 h 956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59727" h="956844">
                    <a:moveTo>
                      <a:pt x="0" y="0"/>
                    </a:moveTo>
                    <a:lnTo>
                      <a:pt x="2705712" y="38291"/>
                    </a:lnTo>
                    <a:lnTo>
                      <a:pt x="3759728" y="956845"/>
                    </a:lnTo>
                    <a:lnTo>
                      <a:pt x="1083430" y="918607"/>
                    </a:lnTo>
                    <a:close/>
                  </a:path>
                </a:pathLst>
              </a:custGeom>
              <a:solidFill>
                <a:srgbClr val="95CA48"/>
              </a:solidFill>
              <a:ln w="53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5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27" name="TextBox 1026">
                <a:extLst>
                  <a:ext uri="{FF2B5EF4-FFF2-40B4-BE49-F238E27FC236}">
                    <a16:creationId xmlns:a16="http://schemas.microsoft.com/office/drawing/2014/main" id="{2A464D1D-7737-939D-23D8-CA79C48FA451}"/>
                  </a:ext>
                </a:extLst>
              </p:cNvPr>
              <p:cNvSpPr txBox="1"/>
              <p:nvPr/>
            </p:nvSpPr>
            <p:spPr>
              <a:xfrm>
                <a:off x="6267298" y="4594757"/>
                <a:ext cx="169347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cs typeface="Arial"/>
                    <a:sym typeface="Arial"/>
                    <a:rtl val="0"/>
                  </a:rPr>
                  <a:t>Integration And</a:t>
                </a:r>
              </a:p>
            </p:txBody>
          </p:sp>
          <p:sp>
            <p:nvSpPr>
              <p:cNvPr id="1029" name="TextBox 1028">
                <a:extLst>
                  <a:ext uri="{FF2B5EF4-FFF2-40B4-BE49-F238E27FC236}">
                    <a16:creationId xmlns:a16="http://schemas.microsoft.com/office/drawing/2014/main" id="{141F81FF-5CB1-31DB-7A6A-85429A11E093}"/>
                  </a:ext>
                </a:extLst>
              </p:cNvPr>
              <p:cNvSpPr txBox="1"/>
              <p:nvPr/>
            </p:nvSpPr>
            <p:spPr>
              <a:xfrm>
                <a:off x="6264142" y="4864291"/>
                <a:ext cx="174355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cs typeface="Arial"/>
                    <a:sym typeface="Arial"/>
                    <a:rtl val="0"/>
                  </a:rPr>
                  <a:t>System Testing </a:t>
                </a:r>
              </a:p>
            </p:txBody>
          </p:sp>
        </p:grpSp>
      </p:grpSp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F31F9D5B-13EC-061F-952F-9279C0FECDDF}"/>
              </a:ext>
            </a:extLst>
          </p:cNvPr>
          <p:cNvGrpSpPr/>
          <p:nvPr/>
        </p:nvGrpSpPr>
        <p:grpSpPr>
          <a:xfrm>
            <a:off x="5211797" y="5352853"/>
            <a:ext cx="3715608" cy="1060486"/>
            <a:chOff x="5211797" y="5352853"/>
            <a:chExt cx="3715608" cy="1060486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2899851-ED5A-D08F-0D2C-E4F71A6E6AC2}"/>
                </a:ext>
              </a:extLst>
            </p:cNvPr>
            <p:cNvSpPr/>
            <p:nvPr/>
          </p:nvSpPr>
          <p:spPr>
            <a:xfrm>
              <a:off x="7643377" y="5352853"/>
              <a:ext cx="1284028" cy="197871"/>
            </a:xfrm>
            <a:custGeom>
              <a:avLst/>
              <a:gdLst>
                <a:gd name="connsiteX0" fmla="*/ 0 w 1284028"/>
                <a:gd name="connsiteY0" fmla="*/ 0 h 197871"/>
                <a:gd name="connsiteX1" fmla="*/ 0 w 1284028"/>
                <a:gd name="connsiteY1" fmla="*/ 197872 h 197871"/>
                <a:gd name="connsiteX2" fmla="*/ 1284028 w 1284028"/>
                <a:gd name="connsiteY2" fmla="*/ 191936 h 197871"/>
                <a:gd name="connsiteX3" fmla="*/ 1284028 w 1284028"/>
                <a:gd name="connsiteY3" fmla="*/ 38826 h 197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4028" h="197871">
                  <a:moveTo>
                    <a:pt x="0" y="0"/>
                  </a:moveTo>
                  <a:lnTo>
                    <a:pt x="0" y="197872"/>
                  </a:lnTo>
                  <a:lnTo>
                    <a:pt x="1284028" y="191936"/>
                  </a:lnTo>
                  <a:lnTo>
                    <a:pt x="1284028" y="38826"/>
                  </a:lnTo>
                  <a:close/>
                </a:path>
              </a:pathLst>
            </a:custGeom>
            <a:solidFill>
              <a:srgbClr val="938D8D"/>
            </a:solidFill>
            <a:ln w="53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031" name="Graphic 43">
              <a:extLst>
                <a:ext uri="{FF2B5EF4-FFF2-40B4-BE49-F238E27FC236}">
                  <a16:creationId xmlns:a16="http://schemas.microsoft.com/office/drawing/2014/main" id="{BD27101F-68CF-3D84-5A3F-2B9DBA3F754F}"/>
                </a:ext>
              </a:extLst>
            </p:cNvPr>
            <p:cNvGrpSpPr/>
            <p:nvPr/>
          </p:nvGrpSpPr>
          <p:grpSpPr>
            <a:xfrm>
              <a:off x="5211797" y="5512434"/>
              <a:ext cx="3715607" cy="900905"/>
              <a:chOff x="5211797" y="5512434"/>
              <a:chExt cx="3715607" cy="900905"/>
            </a:xfrm>
          </p:grpSpPr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E6ADFDE6-E24E-748D-E229-0BB441B438A6}"/>
                  </a:ext>
                </a:extLst>
              </p:cNvPr>
              <p:cNvSpPr/>
              <p:nvPr/>
            </p:nvSpPr>
            <p:spPr>
              <a:xfrm>
                <a:off x="5211797" y="5512434"/>
                <a:ext cx="3715607" cy="900905"/>
              </a:xfrm>
              <a:custGeom>
                <a:avLst/>
                <a:gdLst>
                  <a:gd name="connsiteX0" fmla="*/ 1062893 w 3715607"/>
                  <a:gd name="connsiteY0" fmla="*/ 0 h 900905"/>
                  <a:gd name="connsiteX1" fmla="*/ 3715608 w 3715607"/>
                  <a:gd name="connsiteY1" fmla="*/ 32355 h 900905"/>
                  <a:gd name="connsiteX2" fmla="*/ 2640949 w 3715607"/>
                  <a:gd name="connsiteY2" fmla="*/ 900905 h 900905"/>
                  <a:gd name="connsiteX3" fmla="*/ 0 w 3715607"/>
                  <a:gd name="connsiteY3" fmla="*/ 877375 h 900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15607" h="900905">
                    <a:moveTo>
                      <a:pt x="1062893" y="0"/>
                    </a:moveTo>
                    <a:lnTo>
                      <a:pt x="3715608" y="32355"/>
                    </a:lnTo>
                    <a:lnTo>
                      <a:pt x="2640949" y="900905"/>
                    </a:lnTo>
                    <a:lnTo>
                      <a:pt x="0" y="877375"/>
                    </a:lnTo>
                    <a:close/>
                  </a:path>
                </a:pathLst>
              </a:custGeom>
              <a:solidFill>
                <a:srgbClr val="D44D54"/>
              </a:solidFill>
              <a:ln w="53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5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F066A629-B811-4D5C-2D8A-50D5E09C30AB}"/>
                  </a:ext>
                </a:extLst>
              </p:cNvPr>
              <p:cNvSpPr txBox="1"/>
              <p:nvPr/>
            </p:nvSpPr>
            <p:spPr>
              <a:xfrm>
                <a:off x="6310478" y="5635258"/>
                <a:ext cx="160210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cs typeface="Arial"/>
                    <a:sym typeface="Arial"/>
                    <a:rtl val="0"/>
                  </a:rPr>
                  <a:t>Operation And</a:t>
                </a:r>
              </a:p>
            </p:txBody>
          </p:sp>
          <p:sp>
            <p:nvSpPr>
              <p:cNvPr id="1034" name="TextBox 1033">
                <a:extLst>
                  <a:ext uri="{FF2B5EF4-FFF2-40B4-BE49-F238E27FC236}">
                    <a16:creationId xmlns:a16="http://schemas.microsoft.com/office/drawing/2014/main" id="{CD21DEE6-9746-1A80-6E3E-A7FF6E0373CE}"/>
                  </a:ext>
                </a:extLst>
              </p:cNvPr>
              <p:cNvSpPr txBox="1"/>
              <p:nvPr/>
            </p:nvSpPr>
            <p:spPr>
              <a:xfrm>
                <a:off x="6114370" y="5904792"/>
                <a:ext cx="20088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cs typeface="Arial"/>
                    <a:sym typeface="Arial"/>
                    <a:rtl val="0"/>
                  </a:rPr>
                  <a:t>Maintenance Fees </a:t>
                </a:r>
              </a:p>
            </p:txBody>
          </p:sp>
        </p:grp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37C09-6C92-0FB9-D684-FB14768CF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611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7.40741E-7 L 3.75E-6 -0.1729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EE39355-425F-558B-A908-053736004AF7}"/>
              </a:ext>
            </a:extLst>
          </p:cNvPr>
          <p:cNvGrpSpPr/>
          <p:nvPr/>
        </p:nvGrpSpPr>
        <p:grpSpPr>
          <a:xfrm>
            <a:off x="-12345" y="6858000"/>
            <a:ext cx="17310867" cy="6861634"/>
            <a:chOff x="-12345" y="0"/>
            <a:chExt cx="17310867" cy="686163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2F3F7A-4B85-F162-879D-CC1F9E1FF226}"/>
                </a:ext>
              </a:extLst>
            </p:cNvPr>
            <p:cNvSpPr/>
            <p:nvPr/>
          </p:nvSpPr>
          <p:spPr>
            <a:xfrm>
              <a:off x="-12345" y="0"/>
              <a:ext cx="12192000" cy="6858000"/>
            </a:xfrm>
            <a:prstGeom prst="rect">
              <a:avLst/>
            </a:prstGeom>
            <a:solidFill>
              <a:srgbClr val="FBFB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Picture 2" descr="Lightbulb Character Design by Jack Gill on Dribbble">
              <a:extLst>
                <a:ext uri="{FF2B5EF4-FFF2-40B4-BE49-F238E27FC236}">
                  <a16:creationId xmlns:a16="http://schemas.microsoft.com/office/drawing/2014/main" id="{1F1C63AE-0144-83BD-99AF-F0B35FF535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012" b="8012"/>
            <a:stretch/>
          </p:blipFill>
          <p:spPr bwMode="auto">
            <a:xfrm>
              <a:off x="6409730" y="3634"/>
              <a:ext cx="10888792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7D94A561-023B-1106-16DF-CCD3484D68AB}"/>
              </a:ext>
            </a:extLst>
          </p:cNvPr>
          <p:cNvSpPr/>
          <p:nvPr/>
        </p:nvSpPr>
        <p:spPr>
          <a:xfrm>
            <a:off x="-12345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81D54C4-045A-3438-EFE7-C2FADE4EC982}"/>
              </a:ext>
            </a:extLst>
          </p:cNvPr>
          <p:cNvCxnSpPr>
            <a:cxnSpLocks/>
            <a:stCxn id="8" idx="4"/>
            <a:endCxn id="11" idx="0"/>
          </p:cNvCxnSpPr>
          <p:nvPr/>
        </p:nvCxnSpPr>
        <p:spPr>
          <a:xfrm flipH="1">
            <a:off x="1943019" y="1773019"/>
            <a:ext cx="11692" cy="35114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63037801-3A01-96A1-66D3-214F48DFCE0C}"/>
              </a:ext>
            </a:extLst>
          </p:cNvPr>
          <p:cNvSpPr/>
          <p:nvPr/>
        </p:nvSpPr>
        <p:spPr>
          <a:xfrm>
            <a:off x="1751425" y="4286496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7530B3D-A0D0-EAD9-155E-90E25E39CF96}"/>
              </a:ext>
            </a:extLst>
          </p:cNvPr>
          <p:cNvSpPr/>
          <p:nvPr/>
        </p:nvSpPr>
        <p:spPr>
          <a:xfrm>
            <a:off x="1758651" y="3314416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FD58DBB-E2B5-4AC4-3455-EF6C255ED375}"/>
              </a:ext>
            </a:extLst>
          </p:cNvPr>
          <p:cNvSpPr/>
          <p:nvPr/>
        </p:nvSpPr>
        <p:spPr>
          <a:xfrm>
            <a:off x="1758651" y="1380908"/>
            <a:ext cx="392119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646CEEA-CBEB-2168-9EFE-C4FF310466DF}"/>
              </a:ext>
            </a:extLst>
          </p:cNvPr>
          <p:cNvSpPr/>
          <p:nvPr/>
        </p:nvSpPr>
        <p:spPr>
          <a:xfrm>
            <a:off x="1746963" y="5284435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71" name="Picture 1070">
            <a:hlinkClick r:id="rId3" action="ppaction://hlinksldjump"/>
            <a:extLst>
              <a:ext uri="{FF2B5EF4-FFF2-40B4-BE49-F238E27FC236}">
                <a16:creationId xmlns:a16="http://schemas.microsoft.com/office/drawing/2014/main" id="{379AAD34-DF03-10DE-7EA5-035555FDBD6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3597482"/>
            <a:ext cx="441484" cy="441485"/>
          </a:xfrm>
          <a:prstGeom prst="rect">
            <a:avLst/>
          </a:prstGeom>
        </p:spPr>
      </p:pic>
      <p:pic>
        <p:nvPicPr>
          <p:cNvPr id="1072" name="Picture 1071">
            <a:hlinkClick r:id="rId5" action="ppaction://hlinksldjump"/>
            <a:extLst>
              <a:ext uri="{FF2B5EF4-FFF2-40B4-BE49-F238E27FC236}">
                <a16:creationId xmlns:a16="http://schemas.microsoft.com/office/drawing/2014/main" id="{B5FF3AA8-605F-3053-FF5F-B69CD4F879F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1241965"/>
            <a:ext cx="441484" cy="441485"/>
          </a:xfrm>
          <a:prstGeom prst="rect">
            <a:avLst/>
          </a:prstGeom>
        </p:spPr>
      </p:pic>
      <p:pic>
        <p:nvPicPr>
          <p:cNvPr id="1073" name="Picture 1072">
            <a:hlinkClick r:id="rId7" action="ppaction://hlinksldjump"/>
            <a:extLst>
              <a:ext uri="{FF2B5EF4-FFF2-40B4-BE49-F238E27FC236}">
                <a16:creationId xmlns:a16="http://schemas.microsoft.com/office/drawing/2014/main" id="{3156769D-60EB-96A5-C82F-DABCB8331603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2031409"/>
            <a:ext cx="441484" cy="441485"/>
          </a:xfrm>
          <a:prstGeom prst="rect">
            <a:avLst/>
          </a:prstGeom>
        </p:spPr>
      </p:pic>
      <p:pic>
        <p:nvPicPr>
          <p:cNvPr id="1074" name="Picture 1073">
            <a:hlinkClick r:id="rId9" action="ppaction://hlinksldjump"/>
            <a:extLst>
              <a:ext uri="{FF2B5EF4-FFF2-40B4-BE49-F238E27FC236}">
                <a16:creationId xmlns:a16="http://schemas.microsoft.com/office/drawing/2014/main" id="{52AD2F3A-B913-E22E-C13A-395EED5A3738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0" y="394308"/>
            <a:ext cx="499698" cy="499698"/>
          </a:xfrm>
          <a:prstGeom prst="rect">
            <a:avLst/>
          </a:prstGeom>
        </p:spPr>
      </p:pic>
      <p:pic>
        <p:nvPicPr>
          <p:cNvPr id="1075" name="Picture 1074">
            <a:hlinkClick r:id="rId11" action="ppaction://hlinksldjump"/>
            <a:extLst>
              <a:ext uri="{FF2B5EF4-FFF2-40B4-BE49-F238E27FC236}">
                <a16:creationId xmlns:a16="http://schemas.microsoft.com/office/drawing/2014/main" id="{1D0C0B63-3DD6-33B9-9A07-EB3758FC2EF5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74" y="2820853"/>
            <a:ext cx="428670" cy="428670"/>
          </a:xfrm>
          <a:prstGeom prst="rect">
            <a:avLst/>
          </a:prstGeom>
        </p:spPr>
      </p:pic>
      <p:pic>
        <p:nvPicPr>
          <p:cNvPr id="1076" name="Picture 1075">
            <a:hlinkClick r:id="rId13" action="ppaction://hlinksldjump"/>
            <a:extLst>
              <a:ext uri="{FF2B5EF4-FFF2-40B4-BE49-F238E27FC236}">
                <a16:creationId xmlns:a16="http://schemas.microsoft.com/office/drawing/2014/main" id="{80BAE376-6EC4-7229-C8EB-4FAC0295B406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6022208"/>
            <a:ext cx="441484" cy="441485"/>
          </a:xfrm>
          <a:prstGeom prst="rect">
            <a:avLst/>
          </a:prstGeom>
        </p:spPr>
      </p:pic>
      <p:pic>
        <p:nvPicPr>
          <p:cNvPr id="1077" name="Picture 1076">
            <a:extLst>
              <a:ext uri="{FF2B5EF4-FFF2-40B4-BE49-F238E27FC236}">
                <a16:creationId xmlns:a16="http://schemas.microsoft.com/office/drawing/2014/main" id="{7D8FA9EF-62A4-1224-6728-E50ED6FAB261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6" y="4256956"/>
            <a:ext cx="831301" cy="831303"/>
          </a:xfrm>
          <a:prstGeom prst="rect">
            <a:avLst/>
          </a:prstGeom>
        </p:spPr>
      </p:pic>
      <p:pic>
        <p:nvPicPr>
          <p:cNvPr id="1098" name="Picture 1097">
            <a:hlinkClick r:id="rId16" action="ppaction://hlinksldjump"/>
            <a:extLst>
              <a:ext uri="{FF2B5EF4-FFF2-40B4-BE49-F238E27FC236}">
                <a16:creationId xmlns:a16="http://schemas.microsoft.com/office/drawing/2014/main" id="{8BBD4D73-C184-1FF8-1756-975D975B036C}"/>
              </a:ext>
            </a:extLst>
          </p:cNvPr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70" y="5176370"/>
            <a:ext cx="497878" cy="497879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2415932-0B4E-FDFA-44DB-C72B11DD09C6}"/>
              </a:ext>
            </a:extLst>
          </p:cNvPr>
          <p:cNvSpPr/>
          <p:nvPr/>
        </p:nvSpPr>
        <p:spPr>
          <a:xfrm>
            <a:off x="121920" y="4120659"/>
            <a:ext cx="1173480" cy="105208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5400000" sx="92000" sy="92000" algn="t" rotWithShape="0">
              <a:prstClr val="black">
                <a:alpha val="5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5A2BD3F-C3AD-0444-72B7-45F08D670D71}"/>
              </a:ext>
            </a:extLst>
          </p:cNvPr>
          <p:cNvSpPr/>
          <p:nvPr/>
        </p:nvSpPr>
        <p:spPr>
          <a:xfrm>
            <a:off x="1677240" y="664809"/>
            <a:ext cx="4642878" cy="564556"/>
          </a:xfrm>
          <a:prstGeom prst="roundRect">
            <a:avLst>
              <a:gd name="adj" fmla="val 45781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entury Gothic" panose="020B0502020202020204" pitchFamily="34" charset="0"/>
              </a:rPr>
              <a:t>Tools and technology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3B31E2A-8896-D138-2E35-E6595A5D3D2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589" y="2148725"/>
            <a:ext cx="5020847" cy="409422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0A0BE70-EB7E-1CC2-DA2F-7DB5507EAE01}"/>
              </a:ext>
            </a:extLst>
          </p:cNvPr>
          <p:cNvSpPr/>
          <p:nvPr/>
        </p:nvSpPr>
        <p:spPr>
          <a:xfrm>
            <a:off x="1707720" y="1353002"/>
            <a:ext cx="6451213" cy="4669206"/>
          </a:xfrm>
          <a:prstGeom prst="roundRect">
            <a:avLst>
              <a:gd name="adj" fmla="val 5229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Programming Languages: </a:t>
            </a:r>
          </a:p>
          <a:p>
            <a:pPr marL="800100" lvl="1" indent="-34290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PHP</a:t>
            </a:r>
          </a:p>
          <a:p>
            <a:pPr marL="800100" lvl="1" indent="-34290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b="1" kern="100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TML</a:t>
            </a:r>
          </a:p>
          <a:p>
            <a:pPr marL="800100" lvl="1" indent="-34290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CSS</a:t>
            </a:r>
          </a:p>
          <a:p>
            <a:pPr marL="800100" lvl="1" indent="-34290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JavaScript</a:t>
            </a:r>
          </a:p>
          <a:p>
            <a:pPr marL="800100" lvl="1" indent="-34290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endParaRPr lang="en-US" sz="20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Database Management System:</a:t>
            </a:r>
          </a:p>
          <a:p>
            <a:pPr marL="800100" lvl="1" indent="-34290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MySQL</a:t>
            </a:r>
          </a:p>
          <a:p>
            <a:pPr marL="800100" lvl="1" indent="-34290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endParaRPr lang="en-US" sz="20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Frameworks: </a:t>
            </a:r>
          </a:p>
          <a:p>
            <a:pPr marL="800100" lvl="1" indent="-34290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Laravel</a:t>
            </a:r>
          </a:p>
          <a:p>
            <a:pPr marL="800100" lvl="1" indent="-34290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endParaRPr lang="en-US" sz="20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Version Control: </a:t>
            </a:r>
          </a:p>
          <a:p>
            <a:pPr marL="800100" lvl="1" indent="-34290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0E4C9D-6BB3-C804-C34F-A90D4829B387}"/>
              </a:ext>
            </a:extLst>
          </p:cNvPr>
          <p:cNvSpPr txBox="1"/>
          <p:nvPr/>
        </p:nvSpPr>
        <p:spPr>
          <a:xfrm>
            <a:off x="7897090" y="6488442"/>
            <a:ext cx="42949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cap="none" spc="0" dirty="0">
                <a:ln w="0"/>
                <a:latin typeface="Century Gothic" panose="020B0502020202020204" pitchFamily="34" charset="0"/>
              </a:rPr>
              <a:t>Project title: High School Management System</a:t>
            </a:r>
            <a:endParaRPr lang="en-US" sz="14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1B0816-39FF-2EC2-1997-DF6E83843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902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4.44444E-6 L 3.75E-6 -0.17292 " pathEditMode="relative" rAng="0" ptsTypes="AA">
                                      <p:cBhvr>
                                        <p:cTn id="6" dur="4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03142075-878C-0359-B795-36418A60F023}"/>
              </a:ext>
            </a:extLst>
          </p:cNvPr>
          <p:cNvGrpSpPr/>
          <p:nvPr/>
        </p:nvGrpSpPr>
        <p:grpSpPr>
          <a:xfrm>
            <a:off x="16072795" y="1380277"/>
            <a:ext cx="11512628" cy="4549851"/>
            <a:chOff x="1536622" y="1380277"/>
            <a:chExt cx="11512628" cy="4549851"/>
          </a:xfrm>
        </p:grpSpPr>
        <p:pic>
          <p:nvPicPr>
            <p:cNvPr id="20" name="Picture 2">
              <a:extLst>
                <a:ext uri="{FF2B5EF4-FFF2-40B4-BE49-F238E27FC236}">
                  <a16:creationId xmlns:a16="http://schemas.microsoft.com/office/drawing/2014/main" id="{A1F430F9-4494-D08A-10BF-BD7C2622A7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0626" y="1380277"/>
              <a:ext cx="8088624" cy="45498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945662C-6A7D-F400-FFB1-379B2552181D}"/>
                </a:ext>
              </a:extLst>
            </p:cNvPr>
            <p:cNvSpPr/>
            <p:nvPr/>
          </p:nvSpPr>
          <p:spPr>
            <a:xfrm>
              <a:off x="1536622" y="5005570"/>
              <a:ext cx="10352108" cy="843873"/>
            </a:xfrm>
            <a:prstGeom prst="rect">
              <a:avLst/>
            </a:prstGeom>
            <a:solidFill>
              <a:srgbClr val="ECEEE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D3233BB-5237-6E33-9DB1-8436F0362E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589" y="-4156043"/>
            <a:ext cx="5020847" cy="409422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1006054-099D-1E34-AD27-4F9143A7C550}"/>
              </a:ext>
            </a:extLst>
          </p:cNvPr>
          <p:cNvGrpSpPr/>
          <p:nvPr/>
        </p:nvGrpSpPr>
        <p:grpSpPr>
          <a:xfrm>
            <a:off x="-12345" y="0"/>
            <a:ext cx="17310867" cy="6861634"/>
            <a:chOff x="-12345" y="0"/>
            <a:chExt cx="17310867" cy="6861634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D94A561-023B-1106-16DF-CCD3484D68AB}"/>
                </a:ext>
              </a:extLst>
            </p:cNvPr>
            <p:cNvSpPr/>
            <p:nvPr/>
          </p:nvSpPr>
          <p:spPr>
            <a:xfrm>
              <a:off x="-12345" y="0"/>
              <a:ext cx="12192000" cy="6858000"/>
            </a:xfrm>
            <a:prstGeom prst="rect">
              <a:avLst/>
            </a:prstGeom>
            <a:solidFill>
              <a:srgbClr val="FBFB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50" name="Picture 2" descr="Lightbulb Character Design by Jack Gill on Dribbble">
              <a:extLst>
                <a:ext uri="{FF2B5EF4-FFF2-40B4-BE49-F238E27FC236}">
                  <a16:creationId xmlns:a16="http://schemas.microsoft.com/office/drawing/2014/main" id="{22121AF5-F579-352B-E992-04E5A3D1E53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012" b="8012"/>
            <a:stretch/>
          </p:blipFill>
          <p:spPr bwMode="auto">
            <a:xfrm>
              <a:off x="6409730" y="3634"/>
              <a:ext cx="10888792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71" name="Picture 1070">
            <a:hlinkClick r:id="rId5" action="ppaction://hlinksldjump"/>
            <a:extLst>
              <a:ext uri="{FF2B5EF4-FFF2-40B4-BE49-F238E27FC236}">
                <a16:creationId xmlns:a16="http://schemas.microsoft.com/office/drawing/2014/main" id="{379AAD34-DF03-10DE-7EA5-035555FDBD6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3597482"/>
            <a:ext cx="441484" cy="441485"/>
          </a:xfrm>
          <a:prstGeom prst="rect">
            <a:avLst/>
          </a:prstGeom>
        </p:spPr>
      </p:pic>
      <p:pic>
        <p:nvPicPr>
          <p:cNvPr id="1072" name="Picture 1071">
            <a:hlinkClick r:id="rId7" action="ppaction://hlinksldjump"/>
            <a:extLst>
              <a:ext uri="{FF2B5EF4-FFF2-40B4-BE49-F238E27FC236}">
                <a16:creationId xmlns:a16="http://schemas.microsoft.com/office/drawing/2014/main" id="{B5FF3AA8-605F-3053-FF5F-B69CD4F879F5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1241965"/>
            <a:ext cx="441484" cy="441485"/>
          </a:xfrm>
          <a:prstGeom prst="rect">
            <a:avLst/>
          </a:prstGeom>
        </p:spPr>
      </p:pic>
      <p:pic>
        <p:nvPicPr>
          <p:cNvPr id="1073" name="Picture 1072">
            <a:hlinkClick r:id="rId9" action="ppaction://hlinksldjump"/>
            <a:extLst>
              <a:ext uri="{FF2B5EF4-FFF2-40B4-BE49-F238E27FC236}">
                <a16:creationId xmlns:a16="http://schemas.microsoft.com/office/drawing/2014/main" id="{3156769D-60EB-96A5-C82F-DABCB8331603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2031409"/>
            <a:ext cx="441484" cy="441485"/>
          </a:xfrm>
          <a:prstGeom prst="rect">
            <a:avLst/>
          </a:prstGeom>
        </p:spPr>
      </p:pic>
      <p:pic>
        <p:nvPicPr>
          <p:cNvPr id="1074" name="Picture 1073">
            <a:hlinkClick r:id="rId11" action="ppaction://hlinksldjump"/>
            <a:extLst>
              <a:ext uri="{FF2B5EF4-FFF2-40B4-BE49-F238E27FC236}">
                <a16:creationId xmlns:a16="http://schemas.microsoft.com/office/drawing/2014/main" id="{52AD2F3A-B913-E22E-C13A-395EED5A3738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0" y="394308"/>
            <a:ext cx="499698" cy="499698"/>
          </a:xfrm>
          <a:prstGeom prst="rect">
            <a:avLst/>
          </a:prstGeom>
        </p:spPr>
      </p:pic>
      <p:pic>
        <p:nvPicPr>
          <p:cNvPr id="1075" name="Picture 1074">
            <a:hlinkClick r:id="rId13" action="ppaction://hlinksldjump"/>
            <a:extLst>
              <a:ext uri="{FF2B5EF4-FFF2-40B4-BE49-F238E27FC236}">
                <a16:creationId xmlns:a16="http://schemas.microsoft.com/office/drawing/2014/main" id="{1D0C0B63-3DD6-33B9-9A07-EB3758FC2EF5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74" y="2820853"/>
            <a:ext cx="428670" cy="428670"/>
          </a:xfrm>
          <a:prstGeom prst="rect">
            <a:avLst/>
          </a:prstGeom>
        </p:spPr>
      </p:pic>
      <p:pic>
        <p:nvPicPr>
          <p:cNvPr id="1076" name="Picture 1075">
            <a:hlinkClick r:id="rId15" action="ppaction://hlinksldjump"/>
            <a:extLst>
              <a:ext uri="{FF2B5EF4-FFF2-40B4-BE49-F238E27FC236}">
                <a16:creationId xmlns:a16="http://schemas.microsoft.com/office/drawing/2014/main" id="{80BAE376-6EC4-7229-C8EB-4FAC0295B406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6022208"/>
            <a:ext cx="441484" cy="441485"/>
          </a:xfrm>
          <a:prstGeom prst="rect">
            <a:avLst/>
          </a:prstGeom>
        </p:spPr>
      </p:pic>
      <p:pic>
        <p:nvPicPr>
          <p:cNvPr id="1077" name="Picture 1076">
            <a:hlinkClick r:id="rId5" action="ppaction://hlinksldjump"/>
            <a:extLst>
              <a:ext uri="{FF2B5EF4-FFF2-40B4-BE49-F238E27FC236}">
                <a16:creationId xmlns:a16="http://schemas.microsoft.com/office/drawing/2014/main" id="{7D8FA9EF-62A4-1224-6728-E50ED6FAB261}"/>
              </a:ext>
            </a:extLst>
          </p:cNvPr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4386926"/>
            <a:ext cx="441484" cy="441485"/>
          </a:xfrm>
          <a:prstGeom prst="rect">
            <a:avLst/>
          </a:prstGeom>
        </p:spPr>
      </p:pic>
      <p:pic>
        <p:nvPicPr>
          <p:cNvPr id="1098" name="Picture 1097">
            <a:extLst>
              <a:ext uri="{FF2B5EF4-FFF2-40B4-BE49-F238E27FC236}">
                <a16:creationId xmlns:a16="http://schemas.microsoft.com/office/drawing/2014/main" id="{8BBD4D73-C184-1FF8-1756-975D975B036C}"/>
              </a:ext>
            </a:extLst>
          </p:cNvPr>
          <p:cNvPicPr>
            <a:picLocks noChangeAspect="1"/>
          </p:cNvPicPr>
          <p:nvPr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69" y="5032579"/>
            <a:ext cx="806244" cy="806245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667CCE2-3EA5-CA9E-6170-56532BF48E23}"/>
              </a:ext>
            </a:extLst>
          </p:cNvPr>
          <p:cNvSpPr/>
          <p:nvPr/>
        </p:nvSpPr>
        <p:spPr>
          <a:xfrm>
            <a:off x="121920" y="4913843"/>
            <a:ext cx="1173480" cy="105208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5400000" sx="92000" sy="92000" algn="t" rotWithShape="0">
              <a:prstClr val="black">
                <a:alpha val="5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55B72BA-6B18-B25A-7901-FB79677EEDBF}"/>
              </a:ext>
            </a:extLst>
          </p:cNvPr>
          <p:cNvSpPr/>
          <p:nvPr/>
        </p:nvSpPr>
        <p:spPr>
          <a:xfrm>
            <a:off x="1677240" y="664809"/>
            <a:ext cx="3154736" cy="564556"/>
          </a:xfrm>
          <a:prstGeom prst="roundRect">
            <a:avLst>
              <a:gd name="adj" fmla="val 45781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entury Gothic" panose="020B0502020202020204" pitchFamily="34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578C62-94A1-1B0C-D2C7-614EACC602D6}"/>
              </a:ext>
            </a:extLst>
          </p:cNvPr>
          <p:cNvSpPr txBox="1"/>
          <p:nvPr/>
        </p:nvSpPr>
        <p:spPr>
          <a:xfrm>
            <a:off x="7897090" y="6488442"/>
            <a:ext cx="42949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cap="none" spc="0" dirty="0">
                <a:ln w="0"/>
                <a:latin typeface="Century Gothic" panose="020B0502020202020204" pitchFamily="34" charset="0"/>
              </a:rPr>
              <a:t>Project title: High School Management System</a:t>
            </a:r>
            <a:endParaRPr lang="en-US" sz="14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1AB225D-6370-5844-A60C-0BA2464F0541}"/>
              </a:ext>
            </a:extLst>
          </p:cNvPr>
          <p:cNvCxnSpPr>
            <a:cxnSpLocks/>
          </p:cNvCxnSpPr>
          <p:nvPr/>
        </p:nvCxnSpPr>
        <p:spPr>
          <a:xfrm>
            <a:off x="1879142" y="1978230"/>
            <a:ext cx="0" cy="31618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B9D9C32F-6A45-6E12-29A1-991FA540EE11}"/>
              </a:ext>
            </a:extLst>
          </p:cNvPr>
          <p:cNvSpPr/>
          <p:nvPr/>
        </p:nvSpPr>
        <p:spPr>
          <a:xfrm>
            <a:off x="1683087" y="1905006"/>
            <a:ext cx="392111" cy="392111"/>
          </a:xfrm>
          <a:prstGeom prst="ellipse">
            <a:avLst/>
          </a:prstGeom>
          <a:solidFill>
            <a:srgbClr val="FBFB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01B14A-4D58-007E-4682-9591A71E1E57}"/>
              </a:ext>
            </a:extLst>
          </p:cNvPr>
          <p:cNvSpPr/>
          <p:nvPr/>
        </p:nvSpPr>
        <p:spPr>
          <a:xfrm>
            <a:off x="1683087" y="2628931"/>
            <a:ext cx="392111" cy="392111"/>
          </a:xfrm>
          <a:prstGeom prst="ellipse">
            <a:avLst/>
          </a:prstGeom>
          <a:solidFill>
            <a:srgbClr val="FBFB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4C3FF30-6FED-D5B8-A68A-16C0237E5281}"/>
              </a:ext>
            </a:extLst>
          </p:cNvPr>
          <p:cNvSpPr/>
          <p:nvPr/>
        </p:nvSpPr>
        <p:spPr>
          <a:xfrm>
            <a:off x="1683087" y="3357768"/>
            <a:ext cx="392111" cy="392111"/>
          </a:xfrm>
          <a:prstGeom prst="ellipse">
            <a:avLst/>
          </a:prstGeom>
          <a:solidFill>
            <a:srgbClr val="FBFB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253497A-56B4-412B-2A9E-4E9DA6153376}"/>
              </a:ext>
            </a:extLst>
          </p:cNvPr>
          <p:cNvSpPr/>
          <p:nvPr/>
        </p:nvSpPr>
        <p:spPr>
          <a:xfrm>
            <a:off x="1683087" y="4081693"/>
            <a:ext cx="392111" cy="392111"/>
          </a:xfrm>
          <a:prstGeom prst="ellipse">
            <a:avLst/>
          </a:prstGeom>
          <a:solidFill>
            <a:srgbClr val="FBFB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124CF69-745B-36EC-0ED8-8052EB09DDE3}"/>
              </a:ext>
            </a:extLst>
          </p:cNvPr>
          <p:cNvSpPr/>
          <p:nvPr/>
        </p:nvSpPr>
        <p:spPr>
          <a:xfrm>
            <a:off x="1683087" y="4892203"/>
            <a:ext cx="392111" cy="392111"/>
          </a:xfrm>
          <a:prstGeom prst="ellipse">
            <a:avLst/>
          </a:prstGeom>
          <a:solidFill>
            <a:srgbClr val="FBFB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6AA2D0-F272-1158-787C-BC5AE7B90439}"/>
              </a:ext>
            </a:extLst>
          </p:cNvPr>
          <p:cNvSpPr txBox="1"/>
          <p:nvPr/>
        </p:nvSpPr>
        <p:spPr>
          <a:xfrm>
            <a:off x="1722114" y="1849375"/>
            <a:ext cx="6490447" cy="4589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Automation and efficiency</a:t>
            </a:r>
          </a:p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1200" b="1" kern="1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Enhanced communication</a:t>
            </a:r>
          </a:p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1200" b="1" kern="1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Real-time data access</a:t>
            </a:r>
          </a:p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1050" b="1" kern="1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Data accuracy and consistency</a:t>
            </a:r>
          </a:p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US" sz="1100" b="1" kern="1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000" b="1" kern="100" dirty="0">
                <a:ea typeface="Calibri" panose="020F0502020204030204" pitchFamily="34" charset="0"/>
                <a:cs typeface="Arial" panose="020B0604020202020204" pitchFamily="34" charset="0"/>
              </a:rPr>
              <a:t>Iterative development process</a:t>
            </a:r>
          </a:p>
          <a:p>
            <a:pPr marL="171450" marR="0" lvl="0" indent="-1714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2000" b="1" kern="1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US" sz="20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19E6D1-0C53-4719-66FF-7244F7497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851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2.59259E-6 L 3.75E-6 -0.1729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6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669DFBF2-D941-BCA9-1118-484ABB9CF638}"/>
              </a:ext>
            </a:extLst>
          </p:cNvPr>
          <p:cNvGrpSpPr/>
          <p:nvPr/>
        </p:nvGrpSpPr>
        <p:grpSpPr>
          <a:xfrm>
            <a:off x="1536622" y="1380277"/>
            <a:ext cx="11512628" cy="4549851"/>
            <a:chOff x="1536622" y="1380277"/>
            <a:chExt cx="11512628" cy="4549851"/>
          </a:xfrm>
        </p:grpSpPr>
        <p:pic>
          <p:nvPicPr>
            <p:cNvPr id="6146" name="Picture 2">
              <a:extLst>
                <a:ext uri="{FF2B5EF4-FFF2-40B4-BE49-F238E27FC236}">
                  <a16:creationId xmlns:a16="http://schemas.microsoft.com/office/drawing/2014/main" id="{7C125104-5328-C242-D7B4-1ADA655267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0626" y="1380277"/>
              <a:ext cx="8088624" cy="45498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E784617-292A-6C5F-E765-254B34B00845}"/>
                </a:ext>
              </a:extLst>
            </p:cNvPr>
            <p:cNvSpPr/>
            <p:nvPr/>
          </p:nvSpPr>
          <p:spPr>
            <a:xfrm>
              <a:off x="1536622" y="5005570"/>
              <a:ext cx="10352108" cy="843873"/>
            </a:xfrm>
            <a:prstGeom prst="rect">
              <a:avLst/>
            </a:prstGeom>
            <a:solidFill>
              <a:srgbClr val="ECEEE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E976A8C-0B3B-945D-301C-A40E2A0112A9}"/>
              </a:ext>
            </a:extLst>
          </p:cNvPr>
          <p:cNvGrpSpPr/>
          <p:nvPr/>
        </p:nvGrpSpPr>
        <p:grpSpPr>
          <a:xfrm>
            <a:off x="0" y="6859167"/>
            <a:ext cx="12871069" cy="8491027"/>
            <a:chOff x="0" y="0"/>
            <a:chExt cx="12871069" cy="84910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63ED0A6-3AC8-31DC-5D73-5161F47D0512}"/>
                </a:ext>
              </a:extLst>
            </p:cNvPr>
            <p:cNvSpPr/>
            <p:nvPr/>
          </p:nvSpPr>
          <p:spPr>
            <a:xfrm>
              <a:off x="0" y="0"/>
              <a:ext cx="12191999" cy="6858000"/>
            </a:xfrm>
            <a:prstGeom prst="rect">
              <a:avLst/>
            </a:prstGeom>
            <a:solidFill>
              <a:srgbClr val="ADDF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FF62E62-80D5-5E49-29FC-C21ABCAD26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4544" y="2527076"/>
              <a:ext cx="6636525" cy="5963951"/>
            </a:xfrm>
            <a:prstGeom prst="rect">
              <a:avLst/>
            </a:prstGeom>
          </p:spPr>
        </p:pic>
        <p:pic>
          <p:nvPicPr>
            <p:cNvPr id="16" name="Picture 4" descr="Front-end-slide2-original GIF | Gfycat">
              <a:extLst>
                <a:ext uri="{FF2B5EF4-FFF2-40B4-BE49-F238E27FC236}">
                  <a16:creationId xmlns:a16="http://schemas.microsoft.com/office/drawing/2014/main" id="{B86EC69C-7C10-5261-75C4-9D2539B392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8629" y="2953867"/>
              <a:ext cx="4855915" cy="36419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8156781-B308-8601-C951-282627757198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1732678" y="2029468"/>
            <a:ext cx="0" cy="16754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A19355F9-8AB3-F218-ED65-C44AF2D7ABCE}"/>
              </a:ext>
            </a:extLst>
          </p:cNvPr>
          <p:cNvSpPr/>
          <p:nvPr/>
        </p:nvSpPr>
        <p:spPr>
          <a:xfrm>
            <a:off x="1536622" y="2582727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26ECA03-802B-10A5-F712-E68A399D7D43}"/>
              </a:ext>
            </a:extLst>
          </p:cNvPr>
          <p:cNvSpPr/>
          <p:nvPr/>
        </p:nvSpPr>
        <p:spPr>
          <a:xfrm>
            <a:off x="1536622" y="2029468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0D8A44F-07BD-146F-F528-6C049DD79F27}"/>
              </a:ext>
            </a:extLst>
          </p:cNvPr>
          <p:cNvSpPr/>
          <p:nvPr/>
        </p:nvSpPr>
        <p:spPr>
          <a:xfrm>
            <a:off x="1536622" y="3144754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52D8572-2351-F764-C539-C7B1A0E21E6D}"/>
              </a:ext>
            </a:extLst>
          </p:cNvPr>
          <p:cNvSpPr/>
          <p:nvPr/>
        </p:nvSpPr>
        <p:spPr>
          <a:xfrm>
            <a:off x="1536622" y="3704895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71" name="Picture 1070">
            <a:hlinkClick r:id="rId5" action="ppaction://hlinksldjump"/>
            <a:extLst>
              <a:ext uri="{FF2B5EF4-FFF2-40B4-BE49-F238E27FC236}">
                <a16:creationId xmlns:a16="http://schemas.microsoft.com/office/drawing/2014/main" id="{379AAD34-DF03-10DE-7EA5-035555FDBD6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3597482"/>
            <a:ext cx="441484" cy="441485"/>
          </a:xfrm>
          <a:prstGeom prst="rect">
            <a:avLst/>
          </a:prstGeom>
        </p:spPr>
      </p:pic>
      <p:pic>
        <p:nvPicPr>
          <p:cNvPr id="1072" name="Picture 1071">
            <a:hlinkClick r:id="rId7" action="ppaction://hlinksldjump"/>
            <a:extLst>
              <a:ext uri="{FF2B5EF4-FFF2-40B4-BE49-F238E27FC236}">
                <a16:creationId xmlns:a16="http://schemas.microsoft.com/office/drawing/2014/main" id="{B5FF3AA8-605F-3053-FF5F-B69CD4F879F5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1241965"/>
            <a:ext cx="441484" cy="441485"/>
          </a:xfrm>
          <a:prstGeom prst="rect">
            <a:avLst/>
          </a:prstGeom>
        </p:spPr>
      </p:pic>
      <p:pic>
        <p:nvPicPr>
          <p:cNvPr id="1073" name="Picture 1072">
            <a:hlinkClick r:id="rId9" action="ppaction://hlinksldjump"/>
            <a:extLst>
              <a:ext uri="{FF2B5EF4-FFF2-40B4-BE49-F238E27FC236}">
                <a16:creationId xmlns:a16="http://schemas.microsoft.com/office/drawing/2014/main" id="{3156769D-60EB-96A5-C82F-DABCB8331603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2031409"/>
            <a:ext cx="441484" cy="441485"/>
          </a:xfrm>
          <a:prstGeom prst="rect">
            <a:avLst/>
          </a:prstGeom>
        </p:spPr>
      </p:pic>
      <p:pic>
        <p:nvPicPr>
          <p:cNvPr id="1074" name="Picture 1073">
            <a:hlinkClick r:id="rId11" action="ppaction://hlinksldjump"/>
            <a:extLst>
              <a:ext uri="{FF2B5EF4-FFF2-40B4-BE49-F238E27FC236}">
                <a16:creationId xmlns:a16="http://schemas.microsoft.com/office/drawing/2014/main" id="{52AD2F3A-B913-E22E-C13A-395EED5A3738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0" y="394308"/>
            <a:ext cx="499698" cy="499698"/>
          </a:xfrm>
          <a:prstGeom prst="rect">
            <a:avLst/>
          </a:prstGeom>
        </p:spPr>
      </p:pic>
      <p:pic>
        <p:nvPicPr>
          <p:cNvPr id="1075" name="Picture 1074">
            <a:hlinkClick r:id="rId13" action="ppaction://hlinksldjump"/>
            <a:extLst>
              <a:ext uri="{FF2B5EF4-FFF2-40B4-BE49-F238E27FC236}">
                <a16:creationId xmlns:a16="http://schemas.microsoft.com/office/drawing/2014/main" id="{1D0C0B63-3DD6-33B9-9A07-EB3758FC2EF5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74" y="2820853"/>
            <a:ext cx="428670" cy="428670"/>
          </a:xfrm>
          <a:prstGeom prst="rect">
            <a:avLst/>
          </a:prstGeom>
        </p:spPr>
      </p:pic>
      <p:pic>
        <p:nvPicPr>
          <p:cNvPr id="1076" name="Picture 1075">
            <a:extLst>
              <a:ext uri="{FF2B5EF4-FFF2-40B4-BE49-F238E27FC236}">
                <a16:creationId xmlns:a16="http://schemas.microsoft.com/office/drawing/2014/main" id="{80BAE376-6EC4-7229-C8EB-4FAC0295B406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6" y="5907908"/>
            <a:ext cx="849634" cy="849636"/>
          </a:xfrm>
          <a:prstGeom prst="rect">
            <a:avLst/>
          </a:prstGeom>
        </p:spPr>
      </p:pic>
      <p:pic>
        <p:nvPicPr>
          <p:cNvPr id="1077" name="Picture 1076">
            <a:hlinkClick r:id="rId5" action="ppaction://hlinksldjump"/>
            <a:extLst>
              <a:ext uri="{FF2B5EF4-FFF2-40B4-BE49-F238E27FC236}">
                <a16:creationId xmlns:a16="http://schemas.microsoft.com/office/drawing/2014/main" id="{7D8FA9EF-62A4-1224-6728-E50ED6FAB261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4386926"/>
            <a:ext cx="441484" cy="441485"/>
          </a:xfrm>
          <a:prstGeom prst="rect">
            <a:avLst/>
          </a:prstGeom>
        </p:spPr>
      </p:pic>
      <p:pic>
        <p:nvPicPr>
          <p:cNvPr id="1098" name="Picture 1097">
            <a:hlinkClick r:id="rId17" action="ppaction://hlinksldjump"/>
            <a:extLst>
              <a:ext uri="{FF2B5EF4-FFF2-40B4-BE49-F238E27FC236}">
                <a16:creationId xmlns:a16="http://schemas.microsoft.com/office/drawing/2014/main" id="{8BBD4D73-C184-1FF8-1756-975D975B036C}"/>
              </a:ext>
            </a:extLst>
          </p:cNvPr>
          <p:cNvPicPr>
            <a:picLocks noChangeAspect="1"/>
          </p:cNvPicPr>
          <p:nvPr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70" y="5176370"/>
            <a:ext cx="497878" cy="497879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AF0A214-8FF1-5495-5C26-6E242B522E9A}"/>
              </a:ext>
            </a:extLst>
          </p:cNvPr>
          <p:cNvSpPr/>
          <p:nvPr/>
        </p:nvSpPr>
        <p:spPr>
          <a:xfrm>
            <a:off x="121920" y="5768878"/>
            <a:ext cx="1173480" cy="105208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5400000" sx="92000" sy="92000" algn="t" rotWithShape="0">
              <a:prstClr val="black">
                <a:alpha val="5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4E8A73A-1D5F-1B8E-A35F-6FDC9BF74CE2}"/>
              </a:ext>
            </a:extLst>
          </p:cNvPr>
          <p:cNvSpPr/>
          <p:nvPr/>
        </p:nvSpPr>
        <p:spPr>
          <a:xfrm>
            <a:off x="5970225" y="3371983"/>
            <a:ext cx="251551" cy="114035"/>
          </a:xfrm>
          <a:custGeom>
            <a:avLst/>
            <a:gdLst/>
            <a:ahLst/>
            <a:cxnLst/>
            <a:rect l="l" t="t" r="r" b="b"/>
            <a:pathLst>
              <a:path w="10167803" h="4609360">
                <a:moveTo>
                  <a:pt x="7418908" y="2000575"/>
                </a:moveTo>
                <a:cubicBezTo>
                  <a:pt x="7480682" y="2000575"/>
                  <a:pt x="7531408" y="2021330"/>
                  <a:pt x="7571088" y="2062839"/>
                </a:cubicBezTo>
                <a:cubicBezTo>
                  <a:pt x="7610766" y="2104348"/>
                  <a:pt x="7630605" y="2158310"/>
                  <a:pt x="7630605" y="2224724"/>
                </a:cubicBezTo>
                <a:cubicBezTo>
                  <a:pt x="7630605" y="2291139"/>
                  <a:pt x="7610410" y="2345456"/>
                  <a:pt x="7570020" y="2387677"/>
                </a:cubicBezTo>
                <a:cubicBezTo>
                  <a:pt x="7529630" y="2429898"/>
                  <a:pt x="7479022" y="2451008"/>
                  <a:pt x="7418197" y="2451008"/>
                </a:cubicBezTo>
                <a:cubicBezTo>
                  <a:pt x="7357372" y="2451008"/>
                  <a:pt x="7307120" y="2430135"/>
                  <a:pt x="7267441" y="2388389"/>
                </a:cubicBezTo>
                <a:cubicBezTo>
                  <a:pt x="7227762" y="2346642"/>
                  <a:pt x="7207924" y="2292088"/>
                  <a:pt x="7207924" y="2224724"/>
                </a:cubicBezTo>
                <a:cubicBezTo>
                  <a:pt x="7207924" y="2159258"/>
                  <a:pt x="7228000" y="2105534"/>
                  <a:pt x="7268152" y="2063550"/>
                </a:cubicBezTo>
                <a:cubicBezTo>
                  <a:pt x="7308305" y="2021567"/>
                  <a:pt x="7358557" y="2000575"/>
                  <a:pt x="7418908" y="2000575"/>
                </a:cubicBezTo>
                <a:close/>
                <a:moveTo>
                  <a:pt x="3475926" y="1997017"/>
                </a:moveTo>
                <a:cubicBezTo>
                  <a:pt x="3537389" y="1997017"/>
                  <a:pt x="3588213" y="2017890"/>
                  <a:pt x="3628399" y="2059637"/>
                </a:cubicBezTo>
                <a:cubicBezTo>
                  <a:pt x="3668585" y="2101383"/>
                  <a:pt x="3688678" y="2155938"/>
                  <a:pt x="3688678" y="2223301"/>
                </a:cubicBezTo>
                <a:cubicBezTo>
                  <a:pt x="3688678" y="2292088"/>
                  <a:pt x="3668585" y="2347710"/>
                  <a:pt x="3628399" y="2390168"/>
                </a:cubicBezTo>
                <a:cubicBezTo>
                  <a:pt x="3588213" y="2432626"/>
                  <a:pt x="3537622" y="2453854"/>
                  <a:pt x="3476626" y="2453854"/>
                </a:cubicBezTo>
                <a:cubicBezTo>
                  <a:pt x="3417527" y="2453854"/>
                  <a:pt x="3367767" y="2432270"/>
                  <a:pt x="3327343" y="2389100"/>
                </a:cubicBezTo>
                <a:cubicBezTo>
                  <a:pt x="3286920" y="2345931"/>
                  <a:pt x="3266709" y="2290902"/>
                  <a:pt x="3266709" y="2224013"/>
                </a:cubicBezTo>
                <a:cubicBezTo>
                  <a:pt x="3266709" y="2157598"/>
                  <a:pt x="3286566" y="2103162"/>
                  <a:pt x="3326282" y="2060704"/>
                </a:cubicBezTo>
                <a:cubicBezTo>
                  <a:pt x="3365997" y="2018246"/>
                  <a:pt x="3415878" y="1997017"/>
                  <a:pt x="3475926" y="1997017"/>
                </a:cubicBezTo>
                <a:close/>
                <a:moveTo>
                  <a:pt x="7984825" y="1837622"/>
                </a:moveTo>
                <a:lnTo>
                  <a:pt x="7984825" y="2159970"/>
                </a:lnTo>
                <a:cubicBezTo>
                  <a:pt x="7984825" y="2283786"/>
                  <a:pt x="7992415" y="2369176"/>
                  <a:pt x="8007596" y="2416140"/>
                </a:cubicBezTo>
                <a:cubicBezTo>
                  <a:pt x="8028943" y="2483978"/>
                  <a:pt x="8065827" y="2536873"/>
                  <a:pt x="8118247" y="2574824"/>
                </a:cubicBezTo>
                <a:cubicBezTo>
                  <a:pt x="8170667" y="2612775"/>
                  <a:pt x="8239335" y="2631751"/>
                  <a:pt x="8324251" y="2631751"/>
                </a:cubicBezTo>
                <a:cubicBezTo>
                  <a:pt x="8402525" y="2631751"/>
                  <a:pt x="8467042" y="2615503"/>
                  <a:pt x="8517802" y="2583007"/>
                </a:cubicBezTo>
                <a:cubicBezTo>
                  <a:pt x="8568562" y="2550511"/>
                  <a:pt x="8606987" y="2503903"/>
                  <a:pt x="8633078" y="2443181"/>
                </a:cubicBezTo>
                <a:cubicBezTo>
                  <a:pt x="8654426" y="2393370"/>
                  <a:pt x="8665100" y="2300864"/>
                  <a:pt x="8665100" y="2165663"/>
                </a:cubicBezTo>
                <a:lnTo>
                  <a:pt x="8665100" y="1837622"/>
                </a:lnTo>
                <a:lnTo>
                  <a:pt x="8470837" y="1837622"/>
                </a:lnTo>
                <a:lnTo>
                  <a:pt x="8470837" y="2216897"/>
                </a:lnTo>
                <a:cubicBezTo>
                  <a:pt x="8470837" y="2289953"/>
                  <a:pt x="8466793" y="2337629"/>
                  <a:pt x="8458707" y="2359925"/>
                </a:cubicBezTo>
                <a:cubicBezTo>
                  <a:pt x="8447774" y="2389812"/>
                  <a:pt x="8431013" y="2412464"/>
                  <a:pt x="8408424" y="2427882"/>
                </a:cubicBezTo>
                <a:cubicBezTo>
                  <a:pt x="8385834" y="2443299"/>
                  <a:pt x="8358370" y="2451008"/>
                  <a:pt x="8326030" y="2451008"/>
                </a:cubicBezTo>
                <a:cubicBezTo>
                  <a:pt x="8293690" y="2451008"/>
                  <a:pt x="8266464" y="2443181"/>
                  <a:pt x="8244354" y="2427526"/>
                </a:cubicBezTo>
                <a:cubicBezTo>
                  <a:pt x="8222242" y="2411871"/>
                  <a:pt x="8206192" y="2389930"/>
                  <a:pt x="8196204" y="2361704"/>
                </a:cubicBezTo>
                <a:cubicBezTo>
                  <a:pt x="8186217" y="2333478"/>
                  <a:pt x="8181222" y="2283074"/>
                  <a:pt x="8181222" y="2210493"/>
                </a:cubicBezTo>
                <a:lnTo>
                  <a:pt x="8181222" y="1837622"/>
                </a:lnTo>
                <a:close/>
                <a:moveTo>
                  <a:pt x="6118461" y="1837622"/>
                </a:moveTo>
                <a:lnTo>
                  <a:pt x="6412756" y="2554054"/>
                </a:lnTo>
                <a:lnTo>
                  <a:pt x="6253562" y="2895037"/>
                </a:lnTo>
                <a:lnTo>
                  <a:pt x="6454195" y="2895037"/>
                </a:lnTo>
                <a:lnTo>
                  <a:pt x="6939072" y="1837622"/>
                </a:lnTo>
                <a:lnTo>
                  <a:pt x="6739985" y="1837622"/>
                </a:lnTo>
                <a:lnTo>
                  <a:pt x="6518082" y="2323401"/>
                </a:lnTo>
                <a:lnTo>
                  <a:pt x="6316982" y="1837622"/>
                </a:lnTo>
                <a:close/>
                <a:moveTo>
                  <a:pt x="7415706" y="1817698"/>
                </a:moveTo>
                <a:cubicBezTo>
                  <a:pt x="7314661" y="1817698"/>
                  <a:pt x="7225239" y="1852803"/>
                  <a:pt x="7147439" y="1923012"/>
                </a:cubicBezTo>
                <a:cubicBezTo>
                  <a:pt x="7058728" y="2003659"/>
                  <a:pt x="7014372" y="2104466"/>
                  <a:pt x="7014372" y="2225436"/>
                </a:cubicBezTo>
                <a:cubicBezTo>
                  <a:pt x="7014372" y="2338341"/>
                  <a:pt x="7053628" y="2434286"/>
                  <a:pt x="7132140" y="2513272"/>
                </a:cubicBezTo>
                <a:cubicBezTo>
                  <a:pt x="7210652" y="2592258"/>
                  <a:pt x="7305410" y="2631751"/>
                  <a:pt x="7416418" y="2631751"/>
                </a:cubicBezTo>
                <a:cubicBezTo>
                  <a:pt x="7491846" y="2631751"/>
                  <a:pt x="7560870" y="2613842"/>
                  <a:pt x="7623489" y="2578026"/>
                </a:cubicBezTo>
                <a:cubicBezTo>
                  <a:pt x="7686108" y="2542210"/>
                  <a:pt x="7735564" y="2492517"/>
                  <a:pt x="7771854" y="2428949"/>
                </a:cubicBezTo>
                <a:cubicBezTo>
                  <a:pt x="7808145" y="2365381"/>
                  <a:pt x="7826290" y="2297069"/>
                  <a:pt x="7826290" y="2224013"/>
                </a:cubicBezTo>
                <a:cubicBezTo>
                  <a:pt x="7826290" y="2151431"/>
                  <a:pt x="7808264" y="2083831"/>
                  <a:pt x="7772210" y="2021211"/>
                </a:cubicBezTo>
                <a:cubicBezTo>
                  <a:pt x="7736157" y="1958592"/>
                  <a:pt x="7685989" y="1909018"/>
                  <a:pt x="7621710" y="1872490"/>
                </a:cubicBezTo>
                <a:cubicBezTo>
                  <a:pt x="7557430" y="1835962"/>
                  <a:pt x="7488762" y="1817698"/>
                  <a:pt x="7415706" y="1817698"/>
                </a:cubicBezTo>
                <a:close/>
                <a:moveTo>
                  <a:pt x="4494533" y="1817698"/>
                </a:moveTo>
                <a:cubicBezTo>
                  <a:pt x="4457108" y="1817698"/>
                  <a:pt x="4420513" y="1824958"/>
                  <a:pt x="4384748" y="1839479"/>
                </a:cubicBezTo>
                <a:cubicBezTo>
                  <a:pt x="4348984" y="1854000"/>
                  <a:pt x="4309076" y="1879828"/>
                  <a:pt x="4265024" y="1916964"/>
                </a:cubicBezTo>
                <a:lnTo>
                  <a:pt x="4265024" y="1837622"/>
                </a:lnTo>
                <a:lnTo>
                  <a:pt x="4070762" y="1837622"/>
                </a:lnTo>
                <a:lnTo>
                  <a:pt x="4070762" y="2611826"/>
                </a:lnTo>
                <a:lnTo>
                  <a:pt x="4265024" y="2611826"/>
                </a:lnTo>
                <a:lnTo>
                  <a:pt x="4265024" y="2301220"/>
                </a:lnTo>
                <a:cubicBezTo>
                  <a:pt x="4265024" y="2220670"/>
                  <a:pt x="4267863" y="2168313"/>
                  <a:pt x="4273541" y="2144148"/>
                </a:cubicBezTo>
                <a:cubicBezTo>
                  <a:pt x="4284430" y="2097710"/>
                  <a:pt x="4303954" y="2061341"/>
                  <a:pt x="4332113" y="2035042"/>
                </a:cubicBezTo>
                <a:cubicBezTo>
                  <a:pt x="4360273" y="2008744"/>
                  <a:pt x="4393992" y="1995594"/>
                  <a:pt x="4433270" y="1995594"/>
                </a:cubicBezTo>
                <a:cubicBezTo>
                  <a:pt x="4463556" y="1995594"/>
                  <a:pt x="4488994" y="2003531"/>
                  <a:pt x="4509581" y="2019404"/>
                </a:cubicBezTo>
                <a:cubicBezTo>
                  <a:pt x="4530169" y="2035278"/>
                  <a:pt x="4544605" y="2058378"/>
                  <a:pt x="4552888" y="2088706"/>
                </a:cubicBezTo>
                <a:cubicBezTo>
                  <a:pt x="4561171" y="2119034"/>
                  <a:pt x="4565313" y="2180395"/>
                  <a:pt x="4565313" y="2272790"/>
                </a:cubicBezTo>
                <a:lnTo>
                  <a:pt x="4565313" y="2611826"/>
                </a:lnTo>
                <a:lnTo>
                  <a:pt x="4757441" y="2611826"/>
                </a:lnTo>
                <a:lnTo>
                  <a:pt x="4757441" y="2100197"/>
                </a:lnTo>
                <a:cubicBezTo>
                  <a:pt x="4757441" y="2011012"/>
                  <a:pt x="4734941" y="1943648"/>
                  <a:pt x="4689940" y="1898107"/>
                </a:cubicBezTo>
                <a:cubicBezTo>
                  <a:pt x="4636409" y="1844501"/>
                  <a:pt x="4571272" y="1817698"/>
                  <a:pt x="4494533" y="1817698"/>
                </a:cubicBezTo>
                <a:close/>
                <a:moveTo>
                  <a:pt x="3436355" y="1817698"/>
                </a:moveTo>
                <a:cubicBezTo>
                  <a:pt x="3335428" y="1817698"/>
                  <a:pt x="3249664" y="1855886"/>
                  <a:pt x="3179062" y="1932263"/>
                </a:cubicBezTo>
                <a:cubicBezTo>
                  <a:pt x="3108459" y="2008640"/>
                  <a:pt x="3073158" y="2106601"/>
                  <a:pt x="3073158" y="2226147"/>
                </a:cubicBezTo>
                <a:cubicBezTo>
                  <a:pt x="3073158" y="2341424"/>
                  <a:pt x="3109643" y="2437844"/>
                  <a:pt x="3182614" y="2515407"/>
                </a:cubicBezTo>
                <a:cubicBezTo>
                  <a:pt x="3255585" y="2592969"/>
                  <a:pt x="3342059" y="2631751"/>
                  <a:pt x="3442036" y="2631751"/>
                </a:cubicBezTo>
                <a:cubicBezTo>
                  <a:pt x="3486577" y="2631751"/>
                  <a:pt x="3527920" y="2623805"/>
                  <a:pt x="3566063" y="2607913"/>
                </a:cubicBezTo>
                <a:cubicBezTo>
                  <a:pt x="3604207" y="2592020"/>
                  <a:pt x="3642233" y="2566048"/>
                  <a:pt x="3680139" y="2529994"/>
                </a:cubicBezTo>
                <a:lnTo>
                  <a:pt x="3680139" y="2611826"/>
                </a:lnTo>
                <a:lnTo>
                  <a:pt x="3874402" y="2611826"/>
                </a:lnTo>
                <a:lnTo>
                  <a:pt x="3874402" y="1837622"/>
                </a:lnTo>
                <a:lnTo>
                  <a:pt x="3680139" y="1837622"/>
                </a:lnTo>
                <a:lnTo>
                  <a:pt x="3680139" y="1923012"/>
                </a:lnTo>
                <a:cubicBezTo>
                  <a:pt x="3645546" y="1887908"/>
                  <a:pt x="3607875" y="1861579"/>
                  <a:pt x="3567125" y="1844027"/>
                </a:cubicBezTo>
                <a:cubicBezTo>
                  <a:pt x="3526376" y="1826474"/>
                  <a:pt x="3482786" y="1817698"/>
                  <a:pt x="3436355" y="1817698"/>
                </a:cubicBezTo>
                <a:close/>
                <a:moveTo>
                  <a:pt x="1541005" y="1565085"/>
                </a:moveTo>
                <a:lnTo>
                  <a:pt x="1541005" y="1761483"/>
                </a:lnTo>
                <a:lnTo>
                  <a:pt x="1726728" y="1761483"/>
                </a:lnTo>
                <a:lnTo>
                  <a:pt x="1726728" y="2611826"/>
                </a:lnTo>
                <a:lnTo>
                  <a:pt x="1928818" y="2611826"/>
                </a:lnTo>
                <a:lnTo>
                  <a:pt x="1928818" y="1761483"/>
                </a:lnTo>
                <a:lnTo>
                  <a:pt x="2119523" y="1761483"/>
                </a:lnTo>
                <a:lnTo>
                  <a:pt x="2119523" y="1565085"/>
                </a:lnTo>
                <a:close/>
                <a:moveTo>
                  <a:pt x="4948485" y="1538757"/>
                </a:moveTo>
                <a:lnTo>
                  <a:pt x="4948485" y="2611826"/>
                </a:lnTo>
                <a:lnTo>
                  <a:pt x="5142748" y="2611826"/>
                </a:lnTo>
                <a:lnTo>
                  <a:pt x="5142748" y="2255011"/>
                </a:lnTo>
                <a:lnTo>
                  <a:pt x="5471500" y="2611826"/>
                </a:lnTo>
                <a:lnTo>
                  <a:pt x="5712649" y="2611826"/>
                </a:lnTo>
                <a:lnTo>
                  <a:pt x="5339256" y="2208680"/>
                </a:lnTo>
                <a:lnTo>
                  <a:pt x="5672767" y="1837622"/>
                </a:lnTo>
                <a:lnTo>
                  <a:pt x="5428805" y="1837622"/>
                </a:lnTo>
                <a:lnTo>
                  <a:pt x="5142748" y="2156812"/>
                </a:lnTo>
                <a:lnTo>
                  <a:pt x="5142748" y="1538757"/>
                </a:lnTo>
                <a:close/>
                <a:moveTo>
                  <a:pt x="2233149" y="1538757"/>
                </a:moveTo>
                <a:lnTo>
                  <a:pt x="2233149" y="2611826"/>
                </a:lnTo>
                <a:lnTo>
                  <a:pt x="2425988" y="2611826"/>
                </a:lnTo>
                <a:lnTo>
                  <a:pt x="2425988" y="2300864"/>
                </a:lnTo>
                <a:cubicBezTo>
                  <a:pt x="2425988" y="2217846"/>
                  <a:pt x="2428834" y="2164714"/>
                  <a:pt x="2434527" y="2141469"/>
                </a:cubicBezTo>
                <a:cubicBezTo>
                  <a:pt x="2445438" y="2096402"/>
                  <a:pt x="2465007" y="2060823"/>
                  <a:pt x="2493233" y="2034731"/>
                </a:cubicBezTo>
                <a:cubicBezTo>
                  <a:pt x="2521459" y="2008640"/>
                  <a:pt x="2555259" y="1995594"/>
                  <a:pt x="2594633" y="1995594"/>
                </a:cubicBezTo>
                <a:cubicBezTo>
                  <a:pt x="2624994" y="1995594"/>
                  <a:pt x="2650493" y="2003421"/>
                  <a:pt x="2671129" y="2019076"/>
                </a:cubicBezTo>
                <a:cubicBezTo>
                  <a:pt x="2691765" y="2034731"/>
                  <a:pt x="2706352" y="2058451"/>
                  <a:pt x="2714891" y="2090235"/>
                </a:cubicBezTo>
                <a:cubicBezTo>
                  <a:pt x="2723430" y="2122019"/>
                  <a:pt x="2727700" y="2182741"/>
                  <a:pt x="2727700" y="2272400"/>
                </a:cubicBezTo>
                <a:lnTo>
                  <a:pt x="2727700" y="2611826"/>
                </a:lnTo>
                <a:lnTo>
                  <a:pt x="2919116" y="2611826"/>
                </a:lnTo>
                <a:lnTo>
                  <a:pt x="2919116" y="2100197"/>
                </a:lnTo>
                <a:cubicBezTo>
                  <a:pt x="2919116" y="2011012"/>
                  <a:pt x="2896582" y="1943411"/>
                  <a:pt x="2851515" y="1897395"/>
                </a:cubicBezTo>
                <a:cubicBezTo>
                  <a:pt x="2798858" y="1844264"/>
                  <a:pt x="2734104" y="1817698"/>
                  <a:pt x="2657253" y="1817698"/>
                </a:cubicBezTo>
                <a:cubicBezTo>
                  <a:pt x="2617879" y="1817698"/>
                  <a:pt x="2578979" y="1825881"/>
                  <a:pt x="2540553" y="1842248"/>
                </a:cubicBezTo>
                <a:cubicBezTo>
                  <a:pt x="2502127" y="1858614"/>
                  <a:pt x="2463939" y="1883164"/>
                  <a:pt x="2425988" y="1915897"/>
                </a:cubicBezTo>
                <a:lnTo>
                  <a:pt x="2425988" y="1538757"/>
                </a:lnTo>
                <a:close/>
                <a:moveTo>
                  <a:pt x="1195806" y="0"/>
                </a:moveTo>
                <a:lnTo>
                  <a:pt x="8971997" y="0"/>
                </a:lnTo>
                <a:cubicBezTo>
                  <a:pt x="9632422" y="0"/>
                  <a:pt x="10167803" y="535381"/>
                  <a:pt x="10167803" y="1195806"/>
                </a:cubicBezTo>
                <a:lnTo>
                  <a:pt x="10167803" y="3413554"/>
                </a:lnTo>
                <a:cubicBezTo>
                  <a:pt x="10167803" y="4073979"/>
                  <a:pt x="9632422" y="4609360"/>
                  <a:pt x="8971997" y="4609360"/>
                </a:cubicBezTo>
                <a:lnTo>
                  <a:pt x="1195806" y="4609360"/>
                </a:lnTo>
                <a:cubicBezTo>
                  <a:pt x="535381" y="4609360"/>
                  <a:pt x="0" y="4073979"/>
                  <a:pt x="0" y="3413554"/>
                </a:cubicBezTo>
                <a:lnTo>
                  <a:pt x="0" y="1195806"/>
                </a:lnTo>
                <a:cubicBezTo>
                  <a:pt x="0" y="535381"/>
                  <a:pt x="535381" y="0"/>
                  <a:pt x="1195806" y="0"/>
                </a:cubicBezTo>
                <a:close/>
              </a:path>
            </a:pathLst>
          </a:custGeom>
          <a:solidFill>
            <a:schemeClr val="tx1">
              <a:alpha val="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500" b="1" dirty="0">
              <a:latin typeface="Century Gothic" panose="020B0502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D48D8-3F9F-1F8D-B95E-6E7BC25D8B69}"/>
              </a:ext>
            </a:extLst>
          </p:cNvPr>
          <p:cNvSpPr txBox="1"/>
          <p:nvPr/>
        </p:nvSpPr>
        <p:spPr>
          <a:xfrm>
            <a:off x="1568132" y="1865701"/>
            <a:ext cx="7854203" cy="223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HTML CSS Documentation: </a:t>
            </a:r>
            <a:r>
              <a:rPr lang="en-US" sz="1800" kern="1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https://www.w3schools.com/html/html_css.asp</a:t>
            </a:r>
            <a:endParaRPr lang="en-US" sz="1800" kern="1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PHP Documentation: </a:t>
            </a:r>
            <a:r>
              <a:rPr lang="en-US" sz="1800" u="sng" kern="1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https://www.php.net/docs.php</a:t>
            </a:r>
            <a:endParaRPr lang="en-US" sz="1400" kern="1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 Documentation: </a:t>
            </a:r>
            <a:r>
              <a:rPr lang="en-US" sz="1800" u="sng" kern="1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https://dev.mysql.com/doc/</a:t>
            </a:r>
            <a:endParaRPr lang="en-US" sz="1400" kern="1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Laravel Documentation: </a:t>
            </a:r>
            <a:r>
              <a:rPr lang="en-US" sz="1800" u="sng" kern="1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https://laravel.com/docs</a:t>
            </a:r>
            <a:endParaRPr lang="en-US" sz="1400" kern="1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9562AE-EEA7-21F9-FD70-9DE7E157C380}"/>
              </a:ext>
            </a:extLst>
          </p:cNvPr>
          <p:cNvSpPr txBox="1"/>
          <p:nvPr/>
        </p:nvSpPr>
        <p:spPr>
          <a:xfrm>
            <a:off x="7897090" y="6488442"/>
            <a:ext cx="42949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cap="none" spc="0" dirty="0">
                <a:ln w="0"/>
                <a:latin typeface="Century Gothic" panose="020B0502020202020204" pitchFamily="34" charset="0"/>
              </a:rPr>
              <a:t>Project title: High School Management System</a:t>
            </a:r>
            <a:endParaRPr lang="en-US" sz="14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A1E42CC-9F45-8913-C905-A3BD3FEB6C43}"/>
              </a:ext>
            </a:extLst>
          </p:cNvPr>
          <p:cNvSpPr/>
          <p:nvPr/>
        </p:nvSpPr>
        <p:spPr>
          <a:xfrm>
            <a:off x="1677240" y="664809"/>
            <a:ext cx="3154736" cy="564556"/>
          </a:xfrm>
          <a:prstGeom prst="roundRect">
            <a:avLst>
              <a:gd name="adj" fmla="val 45781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entury Gothic" panose="020B0502020202020204" pitchFamily="34" charset="0"/>
              </a:rPr>
              <a:t>References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A34AD8-CECB-D840-EC2F-5DD5AA19E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86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D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9392D6A-5C67-C92A-E88C-22F251B993C2}"/>
              </a:ext>
            </a:extLst>
          </p:cNvPr>
          <p:cNvGrpSpPr/>
          <p:nvPr/>
        </p:nvGrpSpPr>
        <p:grpSpPr>
          <a:xfrm>
            <a:off x="0" y="0"/>
            <a:ext cx="12871069" cy="8491027"/>
            <a:chOff x="0" y="0"/>
            <a:chExt cx="12871069" cy="849102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D3A5B50-2233-0606-2CD8-28E48113E2F8}"/>
                </a:ext>
              </a:extLst>
            </p:cNvPr>
            <p:cNvSpPr/>
            <p:nvPr/>
          </p:nvSpPr>
          <p:spPr>
            <a:xfrm>
              <a:off x="0" y="0"/>
              <a:ext cx="12191999" cy="6858000"/>
            </a:xfrm>
            <a:prstGeom prst="rect">
              <a:avLst/>
            </a:prstGeom>
            <a:solidFill>
              <a:srgbClr val="ADDF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F2DE3E2-6449-7EFF-593A-1B641C45E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4544" y="2527076"/>
              <a:ext cx="6636525" cy="5963951"/>
            </a:xfrm>
            <a:prstGeom prst="rect">
              <a:avLst/>
            </a:prstGeom>
          </p:spPr>
        </p:pic>
        <p:pic>
          <p:nvPicPr>
            <p:cNvPr id="4100" name="Picture 4" descr="Front-end-slide2-original GIF | Gfycat">
              <a:extLst>
                <a:ext uri="{FF2B5EF4-FFF2-40B4-BE49-F238E27FC236}">
                  <a16:creationId xmlns:a16="http://schemas.microsoft.com/office/drawing/2014/main" id="{C023EFB4-22E3-8166-7193-E4861E5C90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8629" y="2953867"/>
              <a:ext cx="4855915" cy="36419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D22BAE6-FF3D-EBC1-E136-3B71020341DB}"/>
              </a:ext>
            </a:extLst>
          </p:cNvPr>
          <p:cNvGrpSpPr/>
          <p:nvPr/>
        </p:nvGrpSpPr>
        <p:grpSpPr>
          <a:xfrm>
            <a:off x="1536622" y="-4839072"/>
            <a:ext cx="11512628" cy="4549851"/>
            <a:chOff x="1536622" y="1380277"/>
            <a:chExt cx="11512628" cy="4549851"/>
          </a:xfrm>
        </p:grpSpPr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A1C1605E-9BD7-4724-AF36-2EB26947FD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0626" y="1380277"/>
              <a:ext cx="8088624" cy="45498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CBA4EAC-F331-C46B-293D-77D415A07CA1}"/>
                </a:ext>
              </a:extLst>
            </p:cNvPr>
            <p:cNvSpPr/>
            <p:nvPr/>
          </p:nvSpPr>
          <p:spPr>
            <a:xfrm>
              <a:off x="1536622" y="5005570"/>
              <a:ext cx="10352108" cy="843873"/>
            </a:xfrm>
            <a:prstGeom prst="rect">
              <a:avLst/>
            </a:prstGeom>
            <a:solidFill>
              <a:srgbClr val="ECEEE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71" name="Picture 1070">
            <a:hlinkClick r:id="rId5" action="ppaction://hlinksldjump"/>
            <a:extLst>
              <a:ext uri="{FF2B5EF4-FFF2-40B4-BE49-F238E27FC236}">
                <a16:creationId xmlns:a16="http://schemas.microsoft.com/office/drawing/2014/main" id="{379AAD34-DF03-10DE-7EA5-035555FDBD6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3597482"/>
            <a:ext cx="441484" cy="441485"/>
          </a:xfrm>
          <a:prstGeom prst="rect">
            <a:avLst/>
          </a:prstGeom>
        </p:spPr>
      </p:pic>
      <p:pic>
        <p:nvPicPr>
          <p:cNvPr id="1072" name="Picture 1071">
            <a:hlinkClick r:id="rId7" action="ppaction://hlinksldjump"/>
            <a:extLst>
              <a:ext uri="{FF2B5EF4-FFF2-40B4-BE49-F238E27FC236}">
                <a16:creationId xmlns:a16="http://schemas.microsoft.com/office/drawing/2014/main" id="{B5FF3AA8-605F-3053-FF5F-B69CD4F879F5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1241965"/>
            <a:ext cx="441484" cy="441485"/>
          </a:xfrm>
          <a:prstGeom prst="rect">
            <a:avLst/>
          </a:prstGeom>
        </p:spPr>
      </p:pic>
      <p:pic>
        <p:nvPicPr>
          <p:cNvPr id="1073" name="Picture 1072">
            <a:hlinkClick r:id="rId9" action="ppaction://hlinksldjump"/>
            <a:extLst>
              <a:ext uri="{FF2B5EF4-FFF2-40B4-BE49-F238E27FC236}">
                <a16:creationId xmlns:a16="http://schemas.microsoft.com/office/drawing/2014/main" id="{3156769D-60EB-96A5-C82F-DABCB8331603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2031409"/>
            <a:ext cx="441484" cy="441485"/>
          </a:xfrm>
          <a:prstGeom prst="rect">
            <a:avLst/>
          </a:prstGeom>
        </p:spPr>
      </p:pic>
      <p:pic>
        <p:nvPicPr>
          <p:cNvPr id="1074" name="Picture 1073">
            <a:hlinkClick r:id="rId11" action="ppaction://hlinksldjump"/>
            <a:extLst>
              <a:ext uri="{FF2B5EF4-FFF2-40B4-BE49-F238E27FC236}">
                <a16:creationId xmlns:a16="http://schemas.microsoft.com/office/drawing/2014/main" id="{52AD2F3A-B913-E22E-C13A-395EED5A3738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0" y="394308"/>
            <a:ext cx="499698" cy="499698"/>
          </a:xfrm>
          <a:prstGeom prst="rect">
            <a:avLst/>
          </a:prstGeom>
        </p:spPr>
      </p:pic>
      <p:pic>
        <p:nvPicPr>
          <p:cNvPr id="1075" name="Picture 1074">
            <a:hlinkClick r:id="rId13" action="ppaction://hlinksldjump"/>
            <a:extLst>
              <a:ext uri="{FF2B5EF4-FFF2-40B4-BE49-F238E27FC236}">
                <a16:creationId xmlns:a16="http://schemas.microsoft.com/office/drawing/2014/main" id="{1D0C0B63-3DD6-33B9-9A07-EB3758FC2EF5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74" y="2820853"/>
            <a:ext cx="428670" cy="428670"/>
          </a:xfrm>
          <a:prstGeom prst="rect">
            <a:avLst/>
          </a:prstGeom>
        </p:spPr>
      </p:pic>
      <p:pic>
        <p:nvPicPr>
          <p:cNvPr id="1076" name="Picture 1075">
            <a:hlinkClick r:id="rId15" action="ppaction://hlinksldjump"/>
            <a:extLst>
              <a:ext uri="{FF2B5EF4-FFF2-40B4-BE49-F238E27FC236}">
                <a16:creationId xmlns:a16="http://schemas.microsoft.com/office/drawing/2014/main" id="{80BAE376-6EC4-7229-C8EB-4FAC0295B406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6" y="6022208"/>
            <a:ext cx="497878" cy="497879"/>
          </a:xfrm>
          <a:prstGeom prst="rect">
            <a:avLst/>
          </a:prstGeom>
        </p:spPr>
      </p:pic>
      <p:pic>
        <p:nvPicPr>
          <p:cNvPr id="1077" name="Picture 1076">
            <a:hlinkClick r:id="rId5" action="ppaction://hlinksldjump"/>
            <a:extLst>
              <a:ext uri="{FF2B5EF4-FFF2-40B4-BE49-F238E27FC236}">
                <a16:creationId xmlns:a16="http://schemas.microsoft.com/office/drawing/2014/main" id="{7D8FA9EF-62A4-1224-6728-E50ED6FAB261}"/>
              </a:ext>
            </a:extLst>
          </p:cNvPr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4386926"/>
            <a:ext cx="441484" cy="441485"/>
          </a:xfrm>
          <a:prstGeom prst="rect">
            <a:avLst/>
          </a:prstGeom>
        </p:spPr>
      </p:pic>
      <p:pic>
        <p:nvPicPr>
          <p:cNvPr id="1098" name="Picture 1097">
            <a:hlinkClick r:id="rId18" action="ppaction://hlinksldjump"/>
            <a:extLst>
              <a:ext uri="{FF2B5EF4-FFF2-40B4-BE49-F238E27FC236}">
                <a16:creationId xmlns:a16="http://schemas.microsoft.com/office/drawing/2014/main" id="{8BBD4D73-C184-1FF8-1756-975D975B036C}"/>
              </a:ext>
            </a:extLst>
          </p:cNvPr>
          <p:cNvPicPr>
            <a:picLocks noChangeAspect="1"/>
          </p:cNvPicPr>
          <p:nvPr/>
        </p:nvPicPr>
        <p:blipFill>
          <a:blip r:embed="rId1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70" y="5176370"/>
            <a:ext cx="497878" cy="497879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AF0A214-8FF1-5495-5C26-6E242B522E9A}"/>
              </a:ext>
            </a:extLst>
          </p:cNvPr>
          <p:cNvSpPr/>
          <p:nvPr/>
        </p:nvSpPr>
        <p:spPr>
          <a:xfrm>
            <a:off x="1378629" y="455867"/>
            <a:ext cx="5125158" cy="2372085"/>
          </a:xfrm>
          <a:prstGeom prst="roundRect">
            <a:avLst>
              <a:gd name="adj" fmla="val 28319"/>
            </a:avLst>
          </a:prstGeom>
          <a:noFill/>
          <a:ln>
            <a:solidFill>
              <a:schemeClr val="tx1"/>
            </a:solidFill>
          </a:ln>
          <a:effectLst>
            <a:outerShdw blurRad="88900" dist="38100" dir="5400000" sx="98000" sy="98000" algn="t" rotWithShape="0">
              <a:prstClr val="black">
                <a:alpha val="6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FFE5C3-4DFA-B7A9-ACCC-A9FA775D0825}"/>
              </a:ext>
            </a:extLst>
          </p:cNvPr>
          <p:cNvSpPr/>
          <p:nvPr/>
        </p:nvSpPr>
        <p:spPr>
          <a:xfrm>
            <a:off x="1562458" y="535479"/>
            <a:ext cx="4810406" cy="2180696"/>
          </a:xfrm>
          <a:custGeom>
            <a:avLst/>
            <a:gdLst/>
            <a:ahLst/>
            <a:cxnLst/>
            <a:rect l="l" t="t" r="r" b="b"/>
            <a:pathLst>
              <a:path w="10167803" h="4609360">
                <a:moveTo>
                  <a:pt x="7418908" y="2000575"/>
                </a:moveTo>
                <a:cubicBezTo>
                  <a:pt x="7480682" y="2000575"/>
                  <a:pt x="7531408" y="2021330"/>
                  <a:pt x="7571088" y="2062839"/>
                </a:cubicBezTo>
                <a:cubicBezTo>
                  <a:pt x="7610766" y="2104348"/>
                  <a:pt x="7630605" y="2158310"/>
                  <a:pt x="7630605" y="2224724"/>
                </a:cubicBezTo>
                <a:cubicBezTo>
                  <a:pt x="7630605" y="2291139"/>
                  <a:pt x="7610410" y="2345456"/>
                  <a:pt x="7570020" y="2387677"/>
                </a:cubicBezTo>
                <a:cubicBezTo>
                  <a:pt x="7529630" y="2429898"/>
                  <a:pt x="7479022" y="2451008"/>
                  <a:pt x="7418197" y="2451008"/>
                </a:cubicBezTo>
                <a:cubicBezTo>
                  <a:pt x="7357372" y="2451008"/>
                  <a:pt x="7307120" y="2430135"/>
                  <a:pt x="7267441" y="2388389"/>
                </a:cubicBezTo>
                <a:cubicBezTo>
                  <a:pt x="7227762" y="2346642"/>
                  <a:pt x="7207924" y="2292088"/>
                  <a:pt x="7207924" y="2224724"/>
                </a:cubicBezTo>
                <a:cubicBezTo>
                  <a:pt x="7207924" y="2159258"/>
                  <a:pt x="7228000" y="2105534"/>
                  <a:pt x="7268152" y="2063550"/>
                </a:cubicBezTo>
                <a:cubicBezTo>
                  <a:pt x="7308305" y="2021567"/>
                  <a:pt x="7358557" y="2000575"/>
                  <a:pt x="7418908" y="2000575"/>
                </a:cubicBezTo>
                <a:close/>
                <a:moveTo>
                  <a:pt x="3475926" y="1997017"/>
                </a:moveTo>
                <a:cubicBezTo>
                  <a:pt x="3537389" y="1997017"/>
                  <a:pt x="3588213" y="2017890"/>
                  <a:pt x="3628399" y="2059637"/>
                </a:cubicBezTo>
                <a:cubicBezTo>
                  <a:pt x="3668585" y="2101383"/>
                  <a:pt x="3688678" y="2155938"/>
                  <a:pt x="3688678" y="2223301"/>
                </a:cubicBezTo>
                <a:cubicBezTo>
                  <a:pt x="3688678" y="2292088"/>
                  <a:pt x="3668585" y="2347710"/>
                  <a:pt x="3628399" y="2390168"/>
                </a:cubicBezTo>
                <a:cubicBezTo>
                  <a:pt x="3588213" y="2432626"/>
                  <a:pt x="3537622" y="2453854"/>
                  <a:pt x="3476626" y="2453854"/>
                </a:cubicBezTo>
                <a:cubicBezTo>
                  <a:pt x="3417527" y="2453854"/>
                  <a:pt x="3367767" y="2432270"/>
                  <a:pt x="3327343" y="2389100"/>
                </a:cubicBezTo>
                <a:cubicBezTo>
                  <a:pt x="3286920" y="2345931"/>
                  <a:pt x="3266709" y="2290902"/>
                  <a:pt x="3266709" y="2224013"/>
                </a:cubicBezTo>
                <a:cubicBezTo>
                  <a:pt x="3266709" y="2157598"/>
                  <a:pt x="3286566" y="2103162"/>
                  <a:pt x="3326282" y="2060704"/>
                </a:cubicBezTo>
                <a:cubicBezTo>
                  <a:pt x="3365997" y="2018246"/>
                  <a:pt x="3415878" y="1997017"/>
                  <a:pt x="3475926" y="1997017"/>
                </a:cubicBezTo>
                <a:close/>
                <a:moveTo>
                  <a:pt x="7984825" y="1837622"/>
                </a:moveTo>
                <a:lnTo>
                  <a:pt x="7984825" y="2159970"/>
                </a:lnTo>
                <a:cubicBezTo>
                  <a:pt x="7984825" y="2283786"/>
                  <a:pt x="7992415" y="2369176"/>
                  <a:pt x="8007596" y="2416140"/>
                </a:cubicBezTo>
                <a:cubicBezTo>
                  <a:pt x="8028943" y="2483978"/>
                  <a:pt x="8065827" y="2536873"/>
                  <a:pt x="8118247" y="2574824"/>
                </a:cubicBezTo>
                <a:cubicBezTo>
                  <a:pt x="8170667" y="2612775"/>
                  <a:pt x="8239335" y="2631751"/>
                  <a:pt x="8324251" y="2631751"/>
                </a:cubicBezTo>
                <a:cubicBezTo>
                  <a:pt x="8402525" y="2631751"/>
                  <a:pt x="8467042" y="2615503"/>
                  <a:pt x="8517802" y="2583007"/>
                </a:cubicBezTo>
                <a:cubicBezTo>
                  <a:pt x="8568562" y="2550511"/>
                  <a:pt x="8606987" y="2503903"/>
                  <a:pt x="8633078" y="2443181"/>
                </a:cubicBezTo>
                <a:cubicBezTo>
                  <a:pt x="8654426" y="2393370"/>
                  <a:pt x="8665100" y="2300864"/>
                  <a:pt x="8665100" y="2165663"/>
                </a:cubicBezTo>
                <a:lnTo>
                  <a:pt x="8665100" y="1837622"/>
                </a:lnTo>
                <a:lnTo>
                  <a:pt x="8470837" y="1837622"/>
                </a:lnTo>
                <a:lnTo>
                  <a:pt x="8470837" y="2216897"/>
                </a:lnTo>
                <a:cubicBezTo>
                  <a:pt x="8470837" y="2289953"/>
                  <a:pt x="8466793" y="2337629"/>
                  <a:pt x="8458707" y="2359925"/>
                </a:cubicBezTo>
                <a:cubicBezTo>
                  <a:pt x="8447774" y="2389812"/>
                  <a:pt x="8431013" y="2412464"/>
                  <a:pt x="8408424" y="2427882"/>
                </a:cubicBezTo>
                <a:cubicBezTo>
                  <a:pt x="8385834" y="2443299"/>
                  <a:pt x="8358370" y="2451008"/>
                  <a:pt x="8326030" y="2451008"/>
                </a:cubicBezTo>
                <a:cubicBezTo>
                  <a:pt x="8293690" y="2451008"/>
                  <a:pt x="8266464" y="2443181"/>
                  <a:pt x="8244354" y="2427526"/>
                </a:cubicBezTo>
                <a:cubicBezTo>
                  <a:pt x="8222242" y="2411871"/>
                  <a:pt x="8206192" y="2389930"/>
                  <a:pt x="8196204" y="2361704"/>
                </a:cubicBezTo>
                <a:cubicBezTo>
                  <a:pt x="8186217" y="2333478"/>
                  <a:pt x="8181222" y="2283074"/>
                  <a:pt x="8181222" y="2210493"/>
                </a:cubicBezTo>
                <a:lnTo>
                  <a:pt x="8181222" y="1837622"/>
                </a:lnTo>
                <a:close/>
                <a:moveTo>
                  <a:pt x="6118461" y="1837622"/>
                </a:moveTo>
                <a:lnTo>
                  <a:pt x="6412756" y="2554054"/>
                </a:lnTo>
                <a:lnTo>
                  <a:pt x="6253562" y="2895037"/>
                </a:lnTo>
                <a:lnTo>
                  <a:pt x="6454195" y="2895037"/>
                </a:lnTo>
                <a:lnTo>
                  <a:pt x="6939072" y="1837622"/>
                </a:lnTo>
                <a:lnTo>
                  <a:pt x="6739985" y="1837622"/>
                </a:lnTo>
                <a:lnTo>
                  <a:pt x="6518082" y="2323401"/>
                </a:lnTo>
                <a:lnTo>
                  <a:pt x="6316982" y="1837622"/>
                </a:lnTo>
                <a:close/>
                <a:moveTo>
                  <a:pt x="7415706" y="1817698"/>
                </a:moveTo>
                <a:cubicBezTo>
                  <a:pt x="7314661" y="1817698"/>
                  <a:pt x="7225239" y="1852803"/>
                  <a:pt x="7147439" y="1923012"/>
                </a:cubicBezTo>
                <a:cubicBezTo>
                  <a:pt x="7058728" y="2003659"/>
                  <a:pt x="7014372" y="2104466"/>
                  <a:pt x="7014372" y="2225436"/>
                </a:cubicBezTo>
                <a:cubicBezTo>
                  <a:pt x="7014372" y="2338341"/>
                  <a:pt x="7053628" y="2434286"/>
                  <a:pt x="7132140" y="2513272"/>
                </a:cubicBezTo>
                <a:cubicBezTo>
                  <a:pt x="7210652" y="2592258"/>
                  <a:pt x="7305410" y="2631751"/>
                  <a:pt x="7416418" y="2631751"/>
                </a:cubicBezTo>
                <a:cubicBezTo>
                  <a:pt x="7491846" y="2631751"/>
                  <a:pt x="7560870" y="2613842"/>
                  <a:pt x="7623489" y="2578026"/>
                </a:cubicBezTo>
                <a:cubicBezTo>
                  <a:pt x="7686108" y="2542210"/>
                  <a:pt x="7735564" y="2492517"/>
                  <a:pt x="7771854" y="2428949"/>
                </a:cubicBezTo>
                <a:cubicBezTo>
                  <a:pt x="7808145" y="2365381"/>
                  <a:pt x="7826290" y="2297069"/>
                  <a:pt x="7826290" y="2224013"/>
                </a:cubicBezTo>
                <a:cubicBezTo>
                  <a:pt x="7826290" y="2151431"/>
                  <a:pt x="7808264" y="2083831"/>
                  <a:pt x="7772210" y="2021211"/>
                </a:cubicBezTo>
                <a:cubicBezTo>
                  <a:pt x="7736157" y="1958592"/>
                  <a:pt x="7685989" y="1909018"/>
                  <a:pt x="7621710" y="1872490"/>
                </a:cubicBezTo>
                <a:cubicBezTo>
                  <a:pt x="7557430" y="1835962"/>
                  <a:pt x="7488762" y="1817698"/>
                  <a:pt x="7415706" y="1817698"/>
                </a:cubicBezTo>
                <a:close/>
                <a:moveTo>
                  <a:pt x="4494533" y="1817698"/>
                </a:moveTo>
                <a:cubicBezTo>
                  <a:pt x="4457108" y="1817698"/>
                  <a:pt x="4420513" y="1824958"/>
                  <a:pt x="4384748" y="1839479"/>
                </a:cubicBezTo>
                <a:cubicBezTo>
                  <a:pt x="4348984" y="1854000"/>
                  <a:pt x="4309076" y="1879828"/>
                  <a:pt x="4265024" y="1916964"/>
                </a:cubicBezTo>
                <a:lnTo>
                  <a:pt x="4265024" y="1837622"/>
                </a:lnTo>
                <a:lnTo>
                  <a:pt x="4070762" y="1837622"/>
                </a:lnTo>
                <a:lnTo>
                  <a:pt x="4070762" y="2611826"/>
                </a:lnTo>
                <a:lnTo>
                  <a:pt x="4265024" y="2611826"/>
                </a:lnTo>
                <a:lnTo>
                  <a:pt x="4265024" y="2301220"/>
                </a:lnTo>
                <a:cubicBezTo>
                  <a:pt x="4265024" y="2220670"/>
                  <a:pt x="4267863" y="2168313"/>
                  <a:pt x="4273541" y="2144148"/>
                </a:cubicBezTo>
                <a:cubicBezTo>
                  <a:pt x="4284430" y="2097710"/>
                  <a:pt x="4303954" y="2061341"/>
                  <a:pt x="4332113" y="2035042"/>
                </a:cubicBezTo>
                <a:cubicBezTo>
                  <a:pt x="4360273" y="2008744"/>
                  <a:pt x="4393992" y="1995594"/>
                  <a:pt x="4433270" y="1995594"/>
                </a:cubicBezTo>
                <a:cubicBezTo>
                  <a:pt x="4463556" y="1995594"/>
                  <a:pt x="4488994" y="2003531"/>
                  <a:pt x="4509581" y="2019404"/>
                </a:cubicBezTo>
                <a:cubicBezTo>
                  <a:pt x="4530169" y="2035278"/>
                  <a:pt x="4544605" y="2058378"/>
                  <a:pt x="4552888" y="2088706"/>
                </a:cubicBezTo>
                <a:cubicBezTo>
                  <a:pt x="4561171" y="2119034"/>
                  <a:pt x="4565313" y="2180395"/>
                  <a:pt x="4565313" y="2272790"/>
                </a:cubicBezTo>
                <a:lnTo>
                  <a:pt x="4565313" y="2611826"/>
                </a:lnTo>
                <a:lnTo>
                  <a:pt x="4757441" y="2611826"/>
                </a:lnTo>
                <a:lnTo>
                  <a:pt x="4757441" y="2100197"/>
                </a:lnTo>
                <a:cubicBezTo>
                  <a:pt x="4757441" y="2011012"/>
                  <a:pt x="4734941" y="1943648"/>
                  <a:pt x="4689940" y="1898107"/>
                </a:cubicBezTo>
                <a:cubicBezTo>
                  <a:pt x="4636409" y="1844501"/>
                  <a:pt x="4571272" y="1817698"/>
                  <a:pt x="4494533" y="1817698"/>
                </a:cubicBezTo>
                <a:close/>
                <a:moveTo>
                  <a:pt x="3436355" y="1817698"/>
                </a:moveTo>
                <a:cubicBezTo>
                  <a:pt x="3335428" y="1817698"/>
                  <a:pt x="3249664" y="1855886"/>
                  <a:pt x="3179062" y="1932263"/>
                </a:cubicBezTo>
                <a:cubicBezTo>
                  <a:pt x="3108459" y="2008640"/>
                  <a:pt x="3073158" y="2106601"/>
                  <a:pt x="3073158" y="2226147"/>
                </a:cubicBezTo>
                <a:cubicBezTo>
                  <a:pt x="3073158" y="2341424"/>
                  <a:pt x="3109643" y="2437844"/>
                  <a:pt x="3182614" y="2515407"/>
                </a:cubicBezTo>
                <a:cubicBezTo>
                  <a:pt x="3255585" y="2592969"/>
                  <a:pt x="3342059" y="2631751"/>
                  <a:pt x="3442036" y="2631751"/>
                </a:cubicBezTo>
                <a:cubicBezTo>
                  <a:pt x="3486577" y="2631751"/>
                  <a:pt x="3527920" y="2623805"/>
                  <a:pt x="3566063" y="2607913"/>
                </a:cubicBezTo>
                <a:cubicBezTo>
                  <a:pt x="3604207" y="2592020"/>
                  <a:pt x="3642233" y="2566048"/>
                  <a:pt x="3680139" y="2529994"/>
                </a:cubicBezTo>
                <a:lnTo>
                  <a:pt x="3680139" y="2611826"/>
                </a:lnTo>
                <a:lnTo>
                  <a:pt x="3874402" y="2611826"/>
                </a:lnTo>
                <a:lnTo>
                  <a:pt x="3874402" y="1837622"/>
                </a:lnTo>
                <a:lnTo>
                  <a:pt x="3680139" y="1837622"/>
                </a:lnTo>
                <a:lnTo>
                  <a:pt x="3680139" y="1923012"/>
                </a:lnTo>
                <a:cubicBezTo>
                  <a:pt x="3645546" y="1887908"/>
                  <a:pt x="3607875" y="1861579"/>
                  <a:pt x="3567125" y="1844027"/>
                </a:cubicBezTo>
                <a:cubicBezTo>
                  <a:pt x="3526376" y="1826474"/>
                  <a:pt x="3482786" y="1817698"/>
                  <a:pt x="3436355" y="1817698"/>
                </a:cubicBezTo>
                <a:close/>
                <a:moveTo>
                  <a:pt x="1541005" y="1565085"/>
                </a:moveTo>
                <a:lnTo>
                  <a:pt x="1541005" y="1761483"/>
                </a:lnTo>
                <a:lnTo>
                  <a:pt x="1726728" y="1761483"/>
                </a:lnTo>
                <a:lnTo>
                  <a:pt x="1726728" y="2611826"/>
                </a:lnTo>
                <a:lnTo>
                  <a:pt x="1928818" y="2611826"/>
                </a:lnTo>
                <a:lnTo>
                  <a:pt x="1928818" y="1761483"/>
                </a:lnTo>
                <a:lnTo>
                  <a:pt x="2119523" y="1761483"/>
                </a:lnTo>
                <a:lnTo>
                  <a:pt x="2119523" y="1565085"/>
                </a:lnTo>
                <a:close/>
                <a:moveTo>
                  <a:pt x="4948485" y="1538757"/>
                </a:moveTo>
                <a:lnTo>
                  <a:pt x="4948485" y="2611826"/>
                </a:lnTo>
                <a:lnTo>
                  <a:pt x="5142748" y="2611826"/>
                </a:lnTo>
                <a:lnTo>
                  <a:pt x="5142748" y="2255011"/>
                </a:lnTo>
                <a:lnTo>
                  <a:pt x="5471500" y="2611826"/>
                </a:lnTo>
                <a:lnTo>
                  <a:pt x="5712649" y="2611826"/>
                </a:lnTo>
                <a:lnTo>
                  <a:pt x="5339256" y="2208680"/>
                </a:lnTo>
                <a:lnTo>
                  <a:pt x="5672767" y="1837622"/>
                </a:lnTo>
                <a:lnTo>
                  <a:pt x="5428805" y="1837622"/>
                </a:lnTo>
                <a:lnTo>
                  <a:pt x="5142748" y="2156812"/>
                </a:lnTo>
                <a:lnTo>
                  <a:pt x="5142748" y="1538757"/>
                </a:lnTo>
                <a:close/>
                <a:moveTo>
                  <a:pt x="2233149" y="1538757"/>
                </a:moveTo>
                <a:lnTo>
                  <a:pt x="2233149" y="2611826"/>
                </a:lnTo>
                <a:lnTo>
                  <a:pt x="2425988" y="2611826"/>
                </a:lnTo>
                <a:lnTo>
                  <a:pt x="2425988" y="2300864"/>
                </a:lnTo>
                <a:cubicBezTo>
                  <a:pt x="2425988" y="2217846"/>
                  <a:pt x="2428834" y="2164714"/>
                  <a:pt x="2434527" y="2141469"/>
                </a:cubicBezTo>
                <a:cubicBezTo>
                  <a:pt x="2445438" y="2096402"/>
                  <a:pt x="2465007" y="2060823"/>
                  <a:pt x="2493233" y="2034731"/>
                </a:cubicBezTo>
                <a:cubicBezTo>
                  <a:pt x="2521459" y="2008640"/>
                  <a:pt x="2555259" y="1995594"/>
                  <a:pt x="2594633" y="1995594"/>
                </a:cubicBezTo>
                <a:cubicBezTo>
                  <a:pt x="2624994" y="1995594"/>
                  <a:pt x="2650493" y="2003421"/>
                  <a:pt x="2671129" y="2019076"/>
                </a:cubicBezTo>
                <a:cubicBezTo>
                  <a:pt x="2691765" y="2034731"/>
                  <a:pt x="2706352" y="2058451"/>
                  <a:pt x="2714891" y="2090235"/>
                </a:cubicBezTo>
                <a:cubicBezTo>
                  <a:pt x="2723430" y="2122019"/>
                  <a:pt x="2727700" y="2182741"/>
                  <a:pt x="2727700" y="2272400"/>
                </a:cubicBezTo>
                <a:lnTo>
                  <a:pt x="2727700" y="2611826"/>
                </a:lnTo>
                <a:lnTo>
                  <a:pt x="2919116" y="2611826"/>
                </a:lnTo>
                <a:lnTo>
                  <a:pt x="2919116" y="2100197"/>
                </a:lnTo>
                <a:cubicBezTo>
                  <a:pt x="2919116" y="2011012"/>
                  <a:pt x="2896582" y="1943411"/>
                  <a:pt x="2851515" y="1897395"/>
                </a:cubicBezTo>
                <a:cubicBezTo>
                  <a:pt x="2798858" y="1844264"/>
                  <a:pt x="2734104" y="1817698"/>
                  <a:pt x="2657253" y="1817698"/>
                </a:cubicBezTo>
                <a:cubicBezTo>
                  <a:pt x="2617879" y="1817698"/>
                  <a:pt x="2578979" y="1825881"/>
                  <a:pt x="2540553" y="1842248"/>
                </a:cubicBezTo>
                <a:cubicBezTo>
                  <a:pt x="2502127" y="1858614"/>
                  <a:pt x="2463939" y="1883164"/>
                  <a:pt x="2425988" y="1915897"/>
                </a:cubicBezTo>
                <a:lnTo>
                  <a:pt x="2425988" y="1538757"/>
                </a:lnTo>
                <a:close/>
                <a:moveTo>
                  <a:pt x="1195806" y="0"/>
                </a:moveTo>
                <a:lnTo>
                  <a:pt x="8971997" y="0"/>
                </a:lnTo>
                <a:cubicBezTo>
                  <a:pt x="9632422" y="0"/>
                  <a:pt x="10167803" y="535381"/>
                  <a:pt x="10167803" y="1195806"/>
                </a:cubicBezTo>
                <a:lnTo>
                  <a:pt x="10167803" y="3413554"/>
                </a:lnTo>
                <a:cubicBezTo>
                  <a:pt x="10167803" y="4073979"/>
                  <a:pt x="9632422" y="4609360"/>
                  <a:pt x="8971997" y="4609360"/>
                </a:cubicBezTo>
                <a:lnTo>
                  <a:pt x="1195806" y="4609360"/>
                </a:lnTo>
                <a:cubicBezTo>
                  <a:pt x="535381" y="4609360"/>
                  <a:pt x="0" y="4073979"/>
                  <a:pt x="0" y="3413554"/>
                </a:cubicBezTo>
                <a:lnTo>
                  <a:pt x="0" y="1195806"/>
                </a:lnTo>
                <a:cubicBezTo>
                  <a:pt x="0" y="535381"/>
                  <a:pt x="535381" y="0"/>
                  <a:pt x="1195806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500" b="1" dirty="0">
              <a:latin typeface="Century Gothic" panose="020B0502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A9893A-5EA9-F29C-3BC3-3C1A91388C69}"/>
              </a:ext>
            </a:extLst>
          </p:cNvPr>
          <p:cNvSpPr txBox="1"/>
          <p:nvPr/>
        </p:nvSpPr>
        <p:spPr>
          <a:xfrm>
            <a:off x="7897090" y="6488442"/>
            <a:ext cx="42949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cap="none" spc="0" dirty="0">
                <a:ln w="0"/>
                <a:solidFill>
                  <a:schemeClr val="bg1"/>
                </a:solidFill>
                <a:latin typeface="Century Gothic" panose="020B0502020202020204" pitchFamily="34" charset="0"/>
              </a:rPr>
              <a:t>Project title: High School Management System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5378FB-EF2C-340E-D92A-DCE0D9CEC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81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1892</TotalTime>
  <Words>515</Words>
  <Application>Microsoft Office PowerPoint</Application>
  <PresentationFormat>Widescreen</PresentationFormat>
  <Paragraphs>150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Light</vt:lpstr>
      <vt:lpstr>Century Gothic</vt:lpstr>
      <vt:lpstr>Courier New</vt:lpstr>
      <vt:lpstr>Fira Sans Extra Condensed Medium</vt:lpstr>
      <vt:lpstr>Roboto</vt:lpstr>
      <vt:lpstr>Wingdings</vt:lpstr>
      <vt:lpstr>Office Theme</vt:lpstr>
      <vt:lpstr>PowerPoint Presentation</vt:lpstr>
      <vt:lpstr>PowerPoint Presentation</vt:lpstr>
      <vt:lpstr>Table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Nur Alam</dc:creator>
  <cp:lastModifiedBy>ifti haque</cp:lastModifiedBy>
  <cp:revision>54</cp:revision>
  <dcterms:created xsi:type="dcterms:W3CDTF">2023-07-20T11:17:49Z</dcterms:created>
  <dcterms:modified xsi:type="dcterms:W3CDTF">2023-11-02T03:35:18Z</dcterms:modified>
</cp:coreProperties>
</file>