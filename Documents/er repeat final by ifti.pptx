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7610138" cy="9906000"/>
  <p:notesSz cx="6858000" cy="9144000"/>
  <p:defaultTextStyle>
    <a:defPPr>
      <a:defRPr lang="en-US"/>
    </a:defPPr>
    <a:lvl1pPr marL="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1pPr>
    <a:lvl2pPr marL="45714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2pPr>
    <a:lvl3pPr marL="914289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3pPr>
    <a:lvl4pPr marL="137143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4pPr>
    <a:lvl5pPr marL="182858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5pPr>
    <a:lvl6pPr marL="2285725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6pPr>
    <a:lvl7pPr marL="2742870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457145" rtl="0" eaLnBrk="1" latinLnBrk="0" hangingPunct="1">
      <a:defRPr sz="18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4660"/>
  </p:normalViewPr>
  <p:slideViewPr>
    <p:cSldViewPr snapToGrid="0">
      <p:cViewPr>
        <p:scale>
          <a:sx n="66" d="100"/>
          <a:sy n="66" d="100"/>
        </p:scale>
        <p:origin x="336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1267" y="1621191"/>
            <a:ext cx="13207604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1267" y="5202944"/>
            <a:ext cx="13207604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52" indent="0" algn="ctr">
              <a:buNone/>
              <a:defRPr sz="2889"/>
            </a:lvl2pPr>
            <a:lvl3pPr marL="1320701" indent="0" algn="ctr">
              <a:buNone/>
              <a:defRPr sz="2601"/>
            </a:lvl3pPr>
            <a:lvl4pPr marL="1981053" indent="0" algn="ctr">
              <a:buNone/>
              <a:defRPr sz="2311"/>
            </a:lvl4pPr>
            <a:lvl5pPr marL="2641403" indent="0" algn="ctr">
              <a:buNone/>
              <a:defRPr sz="2311"/>
            </a:lvl5pPr>
            <a:lvl6pPr marL="3301754" indent="0" algn="ctr">
              <a:buNone/>
              <a:defRPr sz="2311"/>
            </a:lvl6pPr>
            <a:lvl7pPr marL="3962104" indent="0" algn="ctr">
              <a:buNone/>
              <a:defRPr sz="2311"/>
            </a:lvl7pPr>
            <a:lvl8pPr marL="4622456" indent="0" algn="ctr">
              <a:buNone/>
              <a:defRPr sz="2311"/>
            </a:lvl8pPr>
            <a:lvl9pPr marL="5282805" indent="0" algn="ctr">
              <a:buNone/>
              <a:defRPr sz="231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466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908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1526" y="2469622"/>
            <a:ext cx="15188744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1526" y="6629226"/>
            <a:ext cx="15188744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>
                    <a:tint val="75000"/>
                  </a:schemeClr>
                </a:solidFill>
              </a:defRPr>
            </a:lvl1pPr>
            <a:lvl2pPr marL="660352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01" indent="0">
              <a:buNone/>
              <a:defRPr sz="2601">
                <a:solidFill>
                  <a:schemeClr val="tx1">
                    <a:tint val="75000"/>
                  </a:schemeClr>
                </a:solidFill>
              </a:defRPr>
            </a:lvl3pPr>
            <a:lvl4pPr marL="198105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403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75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104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456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280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789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0698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133" y="2637014"/>
            <a:ext cx="7484309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245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2" y="527405"/>
            <a:ext cx="15188744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2991" y="2428348"/>
            <a:ext cx="744991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2991" y="3618443"/>
            <a:ext cx="744991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915133" y="2428348"/>
            <a:ext cx="7486602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52" indent="0">
              <a:buNone/>
              <a:defRPr sz="2889" b="1"/>
            </a:lvl2pPr>
            <a:lvl3pPr marL="1320701" indent="0">
              <a:buNone/>
              <a:defRPr sz="2601" b="1"/>
            </a:lvl3pPr>
            <a:lvl4pPr marL="1981053" indent="0">
              <a:buNone/>
              <a:defRPr sz="2311" b="1"/>
            </a:lvl4pPr>
            <a:lvl5pPr marL="2641403" indent="0">
              <a:buNone/>
              <a:defRPr sz="2311" b="1"/>
            </a:lvl5pPr>
            <a:lvl6pPr marL="3301754" indent="0">
              <a:buNone/>
              <a:defRPr sz="2311" b="1"/>
            </a:lvl6pPr>
            <a:lvl7pPr marL="3962104" indent="0">
              <a:buNone/>
              <a:defRPr sz="2311" b="1"/>
            </a:lvl7pPr>
            <a:lvl8pPr marL="4622456" indent="0">
              <a:buNone/>
              <a:defRPr sz="2311" b="1"/>
            </a:lvl8pPr>
            <a:lvl9pPr marL="5282805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915133" y="3618443"/>
            <a:ext cx="7486602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1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80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152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86604" y="1426283"/>
            <a:ext cx="8915131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335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993" y="660400"/>
            <a:ext cx="5679726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6604" y="1426283"/>
            <a:ext cx="8915131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52" indent="0">
              <a:buNone/>
              <a:defRPr sz="4044"/>
            </a:lvl2pPr>
            <a:lvl3pPr marL="1320701" indent="0">
              <a:buNone/>
              <a:defRPr sz="3467"/>
            </a:lvl3pPr>
            <a:lvl4pPr marL="1981053" indent="0">
              <a:buNone/>
              <a:defRPr sz="2889"/>
            </a:lvl4pPr>
            <a:lvl5pPr marL="2641403" indent="0">
              <a:buNone/>
              <a:defRPr sz="2889"/>
            </a:lvl5pPr>
            <a:lvl6pPr marL="3301754" indent="0">
              <a:buNone/>
              <a:defRPr sz="2889"/>
            </a:lvl6pPr>
            <a:lvl7pPr marL="3962104" indent="0">
              <a:buNone/>
              <a:defRPr sz="2889"/>
            </a:lvl7pPr>
            <a:lvl8pPr marL="4622456" indent="0">
              <a:buNone/>
              <a:defRPr sz="2889"/>
            </a:lvl8pPr>
            <a:lvl9pPr marL="5282805" indent="0">
              <a:buNone/>
              <a:defRPr sz="288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2993" y="2971800"/>
            <a:ext cx="5679726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52" indent="0">
              <a:buNone/>
              <a:defRPr sz="2021"/>
            </a:lvl2pPr>
            <a:lvl3pPr marL="1320701" indent="0">
              <a:buNone/>
              <a:defRPr sz="1733"/>
            </a:lvl3pPr>
            <a:lvl4pPr marL="1981053" indent="0">
              <a:buNone/>
              <a:defRPr sz="1443"/>
            </a:lvl4pPr>
            <a:lvl5pPr marL="2641403" indent="0">
              <a:buNone/>
              <a:defRPr sz="1443"/>
            </a:lvl5pPr>
            <a:lvl6pPr marL="3301754" indent="0">
              <a:buNone/>
              <a:defRPr sz="1443"/>
            </a:lvl6pPr>
            <a:lvl7pPr marL="3962104" indent="0">
              <a:buNone/>
              <a:defRPr sz="1443"/>
            </a:lvl7pPr>
            <a:lvl8pPr marL="4622456" indent="0">
              <a:buNone/>
              <a:defRPr sz="1443"/>
            </a:lvl8pPr>
            <a:lvl9pPr marL="5282805" indent="0">
              <a:buNone/>
              <a:defRPr sz="14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96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1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602255" y="527403"/>
            <a:ext cx="379718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0699" y="527403"/>
            <a:ext cx="11171432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1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0699" y="527405"/>
            <a:ext cx="15188744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0699" y="2637014"/>
            <a:ext cx="15188744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0698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E27D8-1987-4D5B-8769-970CFE029684}" type="datetimeFigureOut">
              <a:rPr lang="en-US" smtClean="0"/>
              <a:t>8/27/2023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33360" y="9181397"/>
            <a:ext cx="5943422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37161" y="9181397"/>
            <a:ext cx="3962281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0AAAB9-2462-4827-B79D-B3D1D4AFD7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64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20701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6" indent="-330176" algn="l" defTabSz="1320701" rtl="0" eaLnBrk="1" latinLnBrk="0" hangingPunct="1">
        <a:lnSpc>
          <a:spcPct val="90000"/>
        </a:lnSpc>
        <a:spcBef>
          <a:spcPts val="1443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2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877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29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78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3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80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3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2981" indent="-330176" algn="l" defTabSz="1320701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2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1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03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5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56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05" algn="l" defTabSz="1320701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roup 191">
            <a:extLst>
              <a:ext uri="{FF2B5EF4-FFF2-40B4-BE49-F238E27FC236}">
                <a16:creationId xmlns:a16="http://schemas.microsoft.com/office/drawing/2014/main" id="{8955A7AE-AC1E-F492-BFB0-F60F355DFF82}"/>
              </a:ext>
            </a:extLst>
          </p:cNvPr>
          <p:cNvGrpSpPr/>
          <p:nvPr/>
        </p:nvGrpSpPr>
        <p:grpSpPr>
          <a:xfrm>
            <a:off x="1996440" y="182879"/>
            <a:ext cx="15244482" cy="9546516"/>
            <a:chOff x="2576512" y="448131"/>
            <a:chExt cx="14664410" cy="9205064"/>
          </a:xfrm>
        </p:grpSpPr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4EEDBBE-04DB-9422-9D56-A322B49BCE04}"/>
                </a:ext>
              </a:extLst>
            </p:cNvPr>
            <p:cNvCxnSpPr>
              <a:cxnSpLocks/>
              <a:endCxn id="17" idx="3"/>
            </p:cNvCxnSpPr>
            <p:nvPr/>
          </p:nvCxnSpPr>
          <p:spPr>
            <a:xfrm flipH="1">
              <a:off x="11267674" y="5313482"/>
              <a:ext cx="42453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DBCC81A-F8BA-5966-7D91-FD26B55ACF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028696" y="5284805"/>
              <a:ext cx="694530" cy="10569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2424DE0-110C-2AC8-3180-F7811FAB85D4}"/>
                </a:ext>
              </a:extLst>
            </p:cNvPr>
            <p:cNvGrpSpPr/>
            <p:nvPr/>
          </p:nvGrpSpPr>
          <p:grpSpPr>
            <a:xfrm>
              <a:off x="2734729" y="2167062"/>
              <a:ext cx="1323133" cy="627624"/>
              <a:chOff x="2453640" y="2468880"/>
              <a:chExt cx="4561840" cy="2214880"/>
            </a:xfrm>
            <a:solidFill>
              <a:schemeClr val="bg1"/>
            </a:solidFill>
          </p:grpSpPr>
          <p:sp>
            <p:nvSpPr>
              <p:cNvPr id="3" name="Diamond 2">
                <a:extLst>
                  <a:ext uri="{FF2B5EF4-FFF2-40B4-BE49-F238E27FC236}">
                    <a16:creationId xmlns:a16="http://schemas.microsoft.com/office/drawing/2014/main" id="{B1E73817-DCE3-E2FA-4E5C-E1C3773CDED1}"/>
                  </a:ext>
                </a:extLst>
              </p:cNvPr>
              <p:cNvSpPr/>
              <p:nvPr/>
            </p:nvSpPr>
            <p:spPr>
              <a:xfrm>
                <a:off x="2453640" y="2468880"/>
                <a:ext cx="4561840" cy="2214880"/>
              </a:xfrm>
              <a:prstGeom prst="diamond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7" dirty="0"/>
              </a:p>
            </p:txBody>
          </p:sp>
          <p:sp>
            <p:nvSpPr>
              <p:cNvPr id="10" name="Diamond 9">
                <a:extLst>
                  <a:ext uri="{FF2B5EF4-FFF2-40B4-BE49-F238E27FC236}">
                    <a16:creationId xmlns:a16="http://schemas.microsoft.com/office/drawing/2014/main" id="{F37248AF-429B-04A4-21CF-A40C034AB494}"/>
                  </a:ext>
                </a:extLst>
              </p:cNvPr>
              <p:cNvSpPr/>
              <p:nvPr/>
            </p:nvSpPr>
            <p:spPr>
              <a:xfrm>
                <a:off x="2616648" y="2561067"/>
                <a:ext cx="4235823" cy="2030506"/>
              </a:xfrm>
              <a:prstGeom prst="diamond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dirty="0" err="1"/>
                  <a:t>Atnd_Stu</a:t>
                </a:r>
                <a:endParaRPr lang="en-US" sz="1403" dirty="0"/>
              </a:p>
            </p:txBody>
          </p:sp>
        </p:grpSp>
        <p:sp>
          <p:nvSpPr>
            <p:cNvPr id="25" name="Diamond 24">
              <a:extLst>
                <a:ext uri="{FF2B5EF4-FFF2-40B4-BE49-F238E27FC236}">
                  <a16:creationId xmlns:a16="http://schemas.microsoft.com/office/drawing/2014/main" id="{C484A62C-594B-B233-F5C0-8A025C22E734}"/>
                </a:ext>
              </a:extLst>
            </p:cNvPr>
            <p:cNvSpPr/>
            <p:nvPr/>
          </p:nvSpPr>
          <p:spPr>
            <a:xfrm>
              <a:off x="11507137" y="2975303"/>
              <a:ext cx="1684084" cy="725329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Handles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A259CAF-9957-0B10-B344-282C8654EB62}"/>
                </a:ext>
              </a:extLst>
            </p:cNvPr>
            <p:cNvCxnSpPr>
              <a:cxnSpLocks/>
              <a:stCxn id="3" idx="2"/>
            </p:cNvCxnSpPr>
            <p:nvPr/>
          </p:nvCxnSpPr>
          <p:spPr>
            <a:xfrm flipH="1">
              <a:off x="3392282" y="2794687"/>
              <a:ext cx="4014" cy="4159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CDC8F24-975E-B302-E181-6E0A7C33E56B}"/>
                </a:ext>
              </a:extLst>
            </p:cNvPr>
            <p:cNvCxnSpPr>
              <a:cxnSpLocks/>
            </p:cNvCxnSpPr>
            <p:nvPr/>
          </p:nvCxnSpPr>
          <p:spPr>
            <a:xfrm>
              <a:off x="3425881" y="1626598"/>
              <a:ext cx="519" cy="5502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C01E7852-7496-3D1B-71AF-2732198F0789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3364716" y="6745326"/>
              <a:ext cx="64430" cy="28412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549442A-1700-5E3B-99F5-4F2925107CEC}"/>
                </a:ext>
              </a:extLst>
            </p:cNvPr>
            <p:cNvCxnSpPr>
              <a:cxnSpLocks/>
              <a:stCxn id="14" idx="1"/>
            </p:cNvCxnSpPr>
            <p:nvPr/>
          </p:nvCxnSpPr>
          <p:spPr>
            <a:xfrm flipH="1" flipV="1">
              <a:off x="4382613" y="5096461"/>
              <a:ext cx="565536" cy="2125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7DF55D78-6F9F-629C-F513-8C2BFA95BE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83461" y="5106267"/>
              <a:ext cx="77257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270878FC-AD71-AB25-61C4-217566F17DD8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8985099" y="5313482"/>
              <a:ext cx="59849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AD334513-8906-C44F-BFB5-9665F0AC153D}"/>
                </a:ext>
              </a:extLst>
            </p:cNvPr>
            <p:cNvCxnSpPr>
              <a:cxnSpLocks/>
              <a:stCxn id="25" idx="0"/>
              <a:endCxn id="137" idx="3"/>
            </p:cNvCxnSpPr>
            <p:nvPr/>
          </p:nvCxnSpPr>
          <p:spPr>
            <a:xfrm flipH="1" flipV="1">
              <a:off x="12345916" y="1960971"/>
              <a:ext cx="3263" cy="10143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49CE9192-9ACA-EDCB-1D14-F8FA9324C8EB}"/>
                </a:ext>
              </a:extLst>
            </p:cNvPr>
            <p:cNvCxnSpPr>
              <a:cxnSpLocks/>
              <a:endCxn id="50" idx="0"/>
            </p:cNvCxnSpPr>
            <p:nvPr/>
          </p:nvCxnSpPr>
          <p:spPr>
            <a:xfrm>
              <a:off x="12345916" y="3701079"/>
              <a:ext cx="3019" cy="9468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9E5E8CE0-1663-718D-0952-EE2A487F50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21737" y="1368163"/>
              <a:ext cx="569483" cy="13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C782852C-FB1C-A9EE-87E1-ED8A957E5D0F}"/>
                </a:ext>
              </a:extLst>
            </p:cNvPr>
            <p:cNvCxnSpPr>
              <a:cxnSpLocks/>
              <a:stCxn id="26" idx="1"/>
            </p:cNvCxnSpPr>
            <p:nvPr/>
          </p:nvCxnSpPr>
          <p:spPr>
            <a:xfrm flipH="1" flipV="1">
              <a:off x="12939905" y="1368163"/>
              <a:ext cx="670428" cy="33975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F4F8EFE7-AC82-DF54-0F7E-C642324D65A3}"/>
                </a:ext>
              </a:extLst>
            </p:cNvPr>
            <p:cNvCxnSpPr>
              <a:cxnSpLocks/>
              <a:stCxn id="16" idx="3"/>
              <a:endCxn id="114" idx="3"/>
            </p:cNvCxnSpPr>
            <p:nvPr/>
          </p:nvCxnSpPr>
          <p:spPr>
            <a:xfrm flipV="1">
              <a:off x="8829416" y="9132060"/>
              <a:ext cx="2513905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071B41E-0411-8CBA-D1D6-97C0756E41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85069" y="7849897"/>
              <a:ext cx="1536" cy="91703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Isosceles Triangle 112">
              <a:extLst>
                <a:ext uri="{FF2B5EF4-FFF2-40B4-BE49-F238E27FC236}">
                  <a16:creationId xmlns:a16="http://schemas.microsoft.com/office/drawing/2014/main" id="{D3E9ABC3-FF26-F8D8-F365-36962C5B2BCE}"/>
                </a:ext>
              </a:extLst>
            </p:cNvPr>
            <p:cNvSpPr/>
            <p:nvPr/>
          </p:nvSpPr>
          <p:spPr>
            <a:xfrm>
              <a:off x="7910575" y="7728396"/>
              <a:ext cx="147774" cy="11848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4" name="Isosceles Triangle 113">
              <a:extLst>
                <a:ext uri="{FF2B5EF4-FFF2-40B4-BE49-F238E27FC236}">
                  <a16:creationId xmlns:a16="http://schemas.microsoft.com/office/drawing/2014/main" id="{3218F276-5A8C-63C1-1A0D-D1DE5AE11AC2}"/>
                </a:ext>
              </a:extLst>
            </p:cNvPr>
            <p:cNvSpPr/>
            <p:nvPr/>
          </p:nvSpPr>
          <p:spPr>
            <a:xfrm rot="5400000">
              <a:off x="11325669" y="9074138"/>
              <a:ext cx="151145" cy="115843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A4584AB-785A-D9E3-BC63-BFA16688B23B}"/>
                </a:ext>
              </a:extLst>
            </p:cNvPr>
            <p:cNvCxnSpPr>
              <a:cxnSpLocks/>
            </p:cNvCxnSpPr>
            <p:nvPr/>
          </p:nvCxnSpPr>
          <p:spPr>
            <a:xfrm>
              <a:off x="7901015" y="1895538"/>
              <a:ext cx="0" cy="32674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93B21D08-1554-A65D-93D0-F6D01BBF8C9E}"/>
                </a:ext>
              </a:extLst>
            </p:cNvPr>
            <p:cNvCxnSpPr>
              <a:cxnSpLocks/>
            </p:cNvCxnSpPr>
            <p:nvPr/>
          </p:nvCxnSpPr>
          <p:spPr>
            <a:xfrm>
              <a:off x="7901015" y="2953965"/>
              <a:ext cx="0" cy="40463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Isosceles Triangle 130">
              <a:extLst>
                <a:ext uri="{FF2B5EF4-FFF2-40B4-BE49-F238E27FC236}">
                  <a16:creationId xmlns:a16="http://schemas.microsoft.com/office/drawing/2014/main" id="{BBD36FA2-06ED-CB5F-3A49-D963808581B2}"/>
                </a:ext>
              </a:extLst>
            </p:cNvPr>
            <p:cNvSpPr/>
            <p:nvPr/>
          </p:nvSpPr>
          <p:spPr>
            <a:xfrm>
              <a:off x="7827127" y="1886894"/>
              <a:ext cx="147774" cy="11848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2" name="Isosceles Triangle 131">
              <a:extLst>
                <a:ext uri="{FF2B5EF4-FFF2-40B4-BE49-F238E27FC236}">
                  <a16:creationId xmlns:a16="http://schemas.microsoft.com/office/drawing/2014/main" id="{EECF58D3-CBDE-0D98-BEE9-AB81AFBBA348}"/>
                </a:ext>
              </a:extLst>
            </p:cNvPr>
            <p:cNvSpPr/>
            <p:nvPr/>
          </p:nvSpPr>
          <p:spPr>
            <a:xfrm rot="10800000">
              <a:off x="3318395" y="3216664"/>
              <a:ext cx="147774" cy="11848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7" name="Isosceles Triangle 136">
              <a:extLst>
                <a:ext uri="{FF2B5EF4-FFF2-40B4-BE49-F238E27FC236}">
                  <a16:creationId xmlns:a16="http://schemas.microsoft.com/office/drawing/2014/main" id="{3CBAC111-6AE9-5A2E-06C7-35A68258B984}"/>
                </a:ext>
              </a:extLst>
            </p:cNvPr>
            <p:cNvSpPr/>
            <p:nvPr/>
          </p:nvSpPr>
          <p:spPr>
            <a:xfrm>
              <a:off x="12272028" y="1842485"/>
              <a:ext cx="147774" cy="11848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EB39A31-3095-0739-547C-0915A738B8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67740" y="5282123"/>
              <a:ext cx="523480" cy="7966"/>
            </a:xfrm>
            <a:prstGeom prst="line">
              <a:avLst/>
            </a:prstGeom>
            <a:ln w="57150"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B2606072-D4C8-FFA1-94D1-1D4C55822A5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16" y="1622610"/>
              <a:ext cx="519" cy="55026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8DC8739-0890-AFF6-C313-E62FAB467802}"/>
                </a:ext>
              </a:extLst>
            </p:cNvPr>
            <p:cNvCxnSpPr>
              <a:cxnSpLocks/>
            </p:cNvCxnSpPr>
            <p:nvPr/>
          </p:nvCxnSpPr>
          <p:spPr>
            <a:xfrm>
              <a:off x="3481707" y="7843750"/>
              <a:ext cx="0" cy="4977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AC047D2-7CD4-9C78-701D-3C9F08C928D0}"/>
                </a:ext>
              </a:extLst>
            </p:cNvPr>
            <p:cNvCxnSpPr>
              <a:cxnSpLocks/>
            </p:cNvCxnSpPr>
            <p:nvPr/>
          </p:nvCxnSpPr>
          <p:spPr>
            <a:xfrm>
              <a:off x="3425881" y="7846881"/>
              <a:ext cx="0" cy="4977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4D617F6-C9EF-F194-C785-02A173DBA6B7}"/>
                </a:ext>
              </a:extLst>
            </p:cNvPr>
            <p:cNvGrpSpPr/>
            <p:nvPr/>
          </p:nvGrpSpPr>
          <p:grpSpPr>
            <a:xfrm>
              <a:off x="11459824" y="775971"/>
              <a:ext cx="1668527" cy="8656575"/>
              <a:chOff x="10421357" y="480295"/>
              <a:chExt cx="1768084" cy="8968505"/>
            </a:xfrm>
            <a:solidFill>
              <a:schemeClr val="bg1"/>
            </a:solidFill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7DE178B6-DB27-7B73-9C26-C26A73EADAD5}"/>
                  </a:ext>
                </a:extLst>
              </p:cNvPr>
              <p:cNvGrpSpPr/>
              <p:nvPr/>
            </p:nvGrpSpPr>
            <p:grpSpPr>
              <a:xfrm>
                <a:off x="10421357" y="7618115"/>
                <a:ext cx="1768084" cy="1830685"/>
                <a:chOff x="4737100" y="5748020"/>
                <a:chExt cx="1094740" cy="1329055"/>
              </a:xfrm>
              <a:grpFill/>
            </p:grpSpPr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56AECC26-6A13-976B-5AE6-43D7A2570670}"/>
                    </a:ext>
                  </a:extLst>
                </p:cNvPr>
                <p:cNvGrpSpPr/>
                <p:nvPr/>
              </p:nvGrpSpPr>
              <p:grpSpPr>
                <a:xfrm>
                  <a:off x="4769485" y="5814123"/>
                  <a:ext cx="1026160" cy="1198522"/>
                  <a:chOff x="655320" y="3522411"/>
                  <a:chExt cx="1559560" cy="2286781"/>
                </a:xfrm>
                <a:grpFill/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E8ADD635-133C-5E98-4136-63EF2F777438}"/>
                      </a:ext>
                    </a:extLst>
                  </p:cNvPr>
                  <p:cNvSpPr/>
                  <p:nvPr/>
                </p:nvSpPr>
                <p:spPr>
                  <a:xfrm>
                    <a:off x="655320" y="3773442"/>
                    <a:ext cx="1559560" cy="2035750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r>
                      <a:rPr lang="en-US" sz="1200" u="sng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Result_ID</a:t>
                    </a:r>
                    <a:endParaRPr lang="en-US" sz="1200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sz="1200" dirty="0" err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Subject_ID</a:t>
                    </a:r>
                    <a:endPara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	Marks Obtained</a:t>
                    </a:r>
                  </a:p>
                  <a:p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	Grade</a:t>
                    </a:r>
                  </a:p>
                  <a:p>
                    <a:r>
                      <a: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CGPA</a:t>
                    </a:r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1D076F6-CCC3-159F-1408-BCD655EC29EC}"/>
                      </a:ext>
                    </a:extLst>
                  </p:cNvPr>
                  <p:cNvSpPr/>
                  <p:nvPr/>
                </p:nvSpPr>
                <p:spPr>
                  <a:xfrm>
                    <a:off x="655320" y="3522411"/>
                    <a:ext cx="1559560" cy="465632"/>
                  </a:xfrm>
                  <a:prstGeom prst="rect">
                    <a:avLst/>
                  </a:prstGeom>
                  <a:grpFill/>
                  <a:ln w="12700">
                    <a:solidFill>
                      <a:schemeClr val="tx1">
                        <a:lumMod val="65000"/>
                        <a:lumOff val="35000"/>
                      </a:schemeClr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>
                      <a:lnSpc>
                        <a:spcPct val="300000"/>
                      </a:lnSpc>
                    </a:pPr>
                    <a:r>
                      <a:rPr lang="en-US" sz="1403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Result</a:t>
                    </a:r>
                  </a:p>
                  <a:p>
                    <a:pPr algn="ctr"/>
                    <a:endParaRPr lang="en-US" sz="1403" dirty="0">
                      <a:ln w="9525">
                        <a:solidFill>
                          <a:schemeClr val="tx1"/>
                        </a:solidFill>
                      </a:ln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39" name="Frame 38">
                  <a:extLst>
                    <a:ext uri="{FF2B5EF4-FFF2-40B4-BE49-F238E27FC236}">
                      <a16:creationId xmlns:a16="http://schemas.microsoft.com/office/drawing/2014/main" id="{0D24B334-97BD-FEBE-A0D7-56ED1151E771}"/>
                    </a:ext>
                  </a:extLst>
                </p:cNvPr>
                <p:cNvSpPr/>
                <p:nvPr/>
              </p:nvSpPr>
              <p:spPr>
                <a:xfrm>
                  <a:off x="4737100" y="5748020"/>
                  <a:ext cx="1094740" cy="1329055"/>
                </a:xfrm>
                <a:prstGeom prst="frame">
                  <a:avLst>
                    <a:gd name="adj1" fmla="val 338"/>
                  </a:avLst>
                </a:prstGeom>
                <a:grpFill/>
                <a:ln w="9525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97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B84033E6-017B-15ED-B691-B26E66ABA802}"/>
                  </a:ext>
                </a:extLst>
              </p:cNvPr>
              <p:cNvGrpSpPr/>
              <p:nvPr/>
            </p:nvGrpSpPr>
            <p:grpSpPr>
              <a:xfrm>
                <a:off x="10587855" y="480295"/>
                <a:ext cx="1601586" cy="1101299"/>
                <a:chOff x="655320" y="3285420"/>
                <a:chExt cx="1267862" cy="1430895"/>
              </a:xfrm>
              <a:grpFill/>
            </p:grpSpPr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7354BBC9-13CC-3518-3BBF-DDA54D996EE3}"/>
                    </a:ext>
                  </a:extLst>
                </p:cNvPr>
                <p:cNvSpPr/>
                <p:nvPr/>
              </p:nvSpPr>
              <p:spPr>
                <a:xfrm>
                  <a:off x="655320" y="3714643"/>
                  <a:ext cx="1267862" cy="1001672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sz="1200" u="sng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Department_ID</a:t>
                  </a:r>
                  <a:endParaRPr lang="en-US" sz="1200" u="sng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Department_Name</a:t>
                  </a:r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Faculty List</a:t>
                  </a:r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C9054098-00A9-CCFC-2887-A7B64E404C1F}"/>
                    </a:ext>
                  </a:extLst>
                </p:cNvPr>
                <p:cNvSpPr/>
                <p:nvPr/>
              </p:nvSpPr>
              <p:spPr>
                <a:xfrm>
                  <a:off x="655320" y="3285420"/>
                  <a:ext cx="1267862" cy="429223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3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Department</a:t>
                  </a:r>
                </a:p>
              </p:txBody>
            </p:sp>
          </p:grpSp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8D049FFF-2AEE-D045-8032-782A59B9DF65}"/>
                  </a:ext>
                </a:extLst>
              </p:cNvPr>
              <p:cNvGrpSpPr/>
              <p:nvPr/>
            </p:nvGrpSpPr>
            <p:grpSpPr>
              <a:xfrm>
                <a:off x="10537597" y="4491745"/>
                <a:ext cx="1651844" cy="1142573"/>
                <a:chOff x="655320" y="2630915"/>
                <a:chExt cx="1548489" cy="2829816"/>
              </a:xfrm>
              <a:grpFill/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79BE545B-787C-2FFF-D412-E5AD235971BB}"/>
                    </a:ext>
                  </a:extLst>
                </p:cNvPr>
                <p:cNvSpPr/>
                <p:nvPr/>
              </p:nvSpPr>
              <p:spPr>
                <a:xfrm>
                  <a:off x="655320" y="3426132"/>
                  <a:ext cx="1548489" cy="2034599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sz="1200" u="sng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Subject_ID</a:t>
                  </a:r>
                  <a:endParaRPr lang="en-US" sz="1200" u="sng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Subject_Name</a:t>
                  </a:r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D5E4483-A434-6D32-5649-3EEF7716E7D5}"/>
                    </a:ext>
                  </a:extLst>
                </p:cNvPr>
                <p:cNvSpPr/>
                <p:nvPr/>
              </p:nvSpPr>
              <p:spPr>
                <a:xfrm>
                  <a:off x="655320" y="2630915"/>
                  <a:ext cx="1548489" cy="795216"/>
                </a:xfrm>
                <a:prstGeom prst="rect">
                  <a:avLst/>
                </a:prstGeom>
                <a:grpFill/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403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Subject</a:t>
                  </a: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C34FDDF-2CE2-E638-D499-83774557B4FE}"/>
                </a:ext>
              </a:extLst>
            </p:cNvPr>
            <p:cNvGrpSpPr/>
            <p:nvPr/>
          </p:nvGrpSpPr>
          <p:grpSpPr>
            <a:xfrm>
              <a:off x="15691220" y="726249"/>
              <a:ext cx="1549702" cy="1364304"/>
              <a:chOff x="655320" y="2630915"/>
              <a:chExt cx="1548489" cy="2829816"/>
            </a:xfrm>
            <a:solidFill>
              <a:schemeClr val="bg1"/>
            </a:solidFill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40A28DE-5E41-6BEC-4EA8-8B44E285022A}"/>
                  </a:ext>
                </a:extLst>
              </p:cNvPr>
              <p:cNvSpPr/>
              <p:nvPr/>
            </p:nvSpPr>
            <p:spPr>
              <a:xfrm>
                <a:off x="655320" y="3426132"/>
                <a:ext cx="1548489" cy="2034599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Staff_ID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Staff_Name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Staff_Position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Staff_Salary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Staff_Picture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38406D62-B2F3-5F78-C0F8-6FF3AF6E3E72}"/>
                  </a:ext>
                </a:extLst>
              </p:cNvPr>
              <p:cNvSpPr/>
              <p:nvPr/>
            </p:nvSpPr>
            <p:spPr>
              <a:xfrm>
                <a:off x="655320" y="2630915"/>
                <a:ext cx="1548489" cy="795216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Staff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F272215-53ED-DD36-A296-A1FC4C5CF889}"/>
                </a:ext>
              </a:extLst>
            </p:cNvPr>
            <p:cNvGrpSpPr/>
            <p:nvPr/>
          </p:nvGrpSpPr>
          <p:grpSpPr>
            <a:xfrm>
              <a:off x="2576514" y="8343981"/>
              <a:ext cx="1771844" cy="1309214"/>
              <a:chOff x="4737100" y="5748020"/>
              <a:chExt cx="1094740" cy="1329055"/>
            </a:xfrm>
            <a:solidFill>
              <a:schemeClr val="bg1"/>
            </a:solidFill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98EADC7E-8B8E-82D5-8899-F17CC15A757E}"/>
                  </a:ext>
                </a:extLst>
              </p:cNvPr>
              <p:cNvGrpSpPr/>
              <p:nvPr/>
            </p:nvGrpSpPr>
            <p:grpSpPr>
              <a:xfrm>
                <a:off x="4769485" y="5814121"/>
                <a:ext cx="1026160" cy="1198524"/>
                <a:chOff x="655320" y="3522407"/>
                <a:chExt cx="1559560" cy="2286785"/>
              </a:xfrm>
              <a:grpFill/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2C9D64D0-DAC7-5D32-FB2F-10FA6E20B473}"/>
                    </a:ext>
                  </a:extLst>
                </p:cNvPr>
                <p:cNvSpPr/>
                <p:nvPr/>
              </p:nvSpPr>
              <p:spPr>
                <a:xfrm>
                  <a:off x="655320" y="3773442"/>
                  <a:ext cx="1559560" cy="2035750"/>
                </a:xfrm>
                <a:prstGeom prst="rect">
                  <a:avLst/>
                </a:prstGeom>
                <a:grpFill/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sz="12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Class_time</a:t>
                  </a:r>
                  <a:endPara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Duration</a:t>
                  </a:r>
                </a:p>
                <a:p>
                  <a:r>
                    <a:rPr lang="en-US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Total Class</a:t>
                  </a:r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57EE9B58-8BFF-CC92-1595-CBBF57F7313C}"/>
                    </a:ext>
                  </a:extLst>
                </p:cNvPr>
                <p:cNvSpPr/>
                <p:nvPr/>
              </p:nvSpPr>
              <p:spPr>
                <a:xfrm>
                  <a:off x="655320" y="3522407"/>
                  <a:ext cx="1559560" cy="590529"/>
                </a:xfrm>
                <a:prstGeom prst="rect">
                  <a:avLst/>
                </a:prstGeom>
                <a:grpFill/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300000"/>
                    </a:lnSpc>
                  </a:pPr>
                  <a:r>
                    <a:rPr lang="en-US" sz="1403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Class Duration</a:t>
                  </a:r>
                </a:p>
                <a:p>
                  <a:pPr algn="ctr"/>
                  <a:endParaRPr lang="en-US" sz="1403" dirty="0">
                    <a:ln w="9525">
                      <a:solidFill>
                        <a:schemeClr val="tx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3" name="Frame 32">
                <a:extLst>
                  <a:ext uri="{FF2B5EF4-FFF2-40B4-BE49-F238E27FC236}">
                    <a16:creationId xmlns:a16="http://schemas.microsoft.com/office/drawing/2014/main" id="{52444191-4AC2-AA0F-F944-D5100FFE808B}"/>
                  </a:ext>
                </a:extLst>
              </p:cNvPr>
              <p:cNvSpPr/>
              <p:nvPr/>
            </p:nvSpPr>
            <p:spPr>
              <a:xfrm>
                <a:off x="4737100" y="5748020"/>
                <a:ext cx="1094740" cy="1329055"/>
              </a:xfrm>
              <a:prstGeom prst="frame">
                <a:avLst>
                  <a:gd name="adj1" fmla="val 338"/>
                </a:avLst>
              </a:prstGeom>
              <a:grpFill/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7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42C77B5-1B45-EAB4-F6B6-06FEC920A4C3}"/>
                </a:ext>
              </a:extLst>
            </p:cNvPr>
            <p:cNvGrpSpPr/>
            <p:nvPr/>
          </p:nvGrpSpPr>
          <p:grpSpPr>
            <a:xfrm>
              <a:off x="2576512" y="3330877"/>
              <a:ext cx="1806105" cy="3414449"/>
              <a:chOff x="655319" y="3285422"/>
              <a:chExt cx="1292377" cy="1720951"/>
            </a:xfrm>
            <a:solidFill>
              <a:schemeClr val="bg1"/>
            </a:solidFill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E993DBD-C04A-FD88-19E1-CFF89AB5AC09}"/>
                  </a:ext>
                </a:extLst>
              </p:cNvPr>
              <p:cNvSpPr/>
              <p:nvPr/>
            </p:nvSpPr>
            <p:spPr>
              <a:xfrm>
                <a:off x="655320" y="3461334"/>
                <a:ext cx="1292376" cy="1545039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Teachers_ID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Teachers_Name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{Course}</a:t>
                </a: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Department_Name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Educational_Qualification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Degree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Department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Result</a:t>
                </a: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Employment_Details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Joining Date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Position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Salary</a:t>
                </a: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Contact_Details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{Phone Number}</a:t>
                </a: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Teacher_Picture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806992C-F6F9-D189-4215-7C595D8FE8DC}"/>
                  </a:ext>
                </a:extLst>
              </p:cNvPr>
              <p:cNvSpPr/>
              <p:nvPr/>
            </p:nvSpPr>
            <p:spPr>
              <a:xfrm>
                <a:off x="655319" y="3285422"/>
                <a:ext cx="1292374" cy="175912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Teachers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76ACCCB-7FF1-E1E7-F0E5-F0B09E09F4CA}"/>
                </a:ext>
              </a:extLst>
            </p:cNvPr>
            <p:cNvGrpSpPr/>
            <p:nvPr/>
          </p:nvGrpSpPr>
          <p:grpSpPr>
            <a:xfrm>
              <a:off x="2727770" y="563603"/>
              <a:ext cx="1457183" cy="1062995"/>
              <a:chOff x="4737100" y="5625844"/>
              <a:chExt cx="1094740" cy="1451230"/>
            </a:xfrm>
            <a:solidFill>
              <a:schemeClr val="bg1"/>
            </a:solidFill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FC5A1AB-9C5B-0E81-8760-ACCD5A9E23F6}"/>
                  </a:ext>
                </a:extLst>
              </p:cNvPr>
              <p:cNvGrpSpPr/>
              <p:nvPr/>
            </p:nvGrpSpPr>
            <p:grpSpPr>
              <a:xfrm>
                <a:off x="4769485" y="5672424"/>
                <a:ext cx="1026160" cy="1340741"/>
                <a:chOff x="655320" y="3252053"/>
                <a:chExt cx="1559560" cy="2558137"/>
              </a:xfrm>
              <a:grpFill/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76F92C9E-442B-8328-9695-A4CB3B85E0F3}"/>
                    </a:ext>
                  </a:extLst>
                </p:cNvPr>
                <p:cNvSpPr/>
                <p:nvPr/>
              </p:nvSpPr>
              <p:spPr>
                <a:xfrm>
                  <a:off x="655320" y="3774440"/>
                  <a:ext cx="1559560" cy="2035750"/>
                </a:xfrm>
                <a:prstGeom prst="rect">
                  <a:avLst/>
                </a:prstGeom>
                <a:grpFill/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r>
                    <a:rPr lang="en-US" sz="1200" u="sng" dirty="0" err="1"/>
                    <a:t>Attendence_ID</a:t>
                  </a:r>
                  <a:endParaRPr lang="en-US" sz="1200" u="sng" dirty="0"/>
                </a:p>
                <a:p>
                  <a:r>
                    <a:rPr lang="en-US" sz="1200" dirty="0"/>
                    <a:t>Date</a:t>
                  </a:r>
                </a:p>
                <a:p>
                  <a:r>
                    <a:rPr lang="en-US" sz="1200" dirty="0"/>
                    <a:t>Status</a:t>
                  </a:r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EF001A7-F49E-00F2-7684-CF6CFF591C99}"/>
                    </a:ext>
                  </a:extLst>
                </p:cNvPr>
                <p:cNvSpPr/>
                <p:nvPr/>
              </p:nvSpPr>
              <p:spPr>
                <a:xfrm>
                  <a:off x="655320" y="3252053"/>
                  <a:ext cx="1559560" cy="666582"/>
                </a:xfrm>
                <a:prstGeom prst="rect">
                  <a:avLst/>
                </a:prstGeom>
                <a:grpFill/>
                <a:ln w="12700"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300000"/>
                    </a:lnSpc>
                  </a:pPr>
                  <a:r>
                    <a:rPr lang="en-US" sz="1403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Attendence</a:t>
                  </a:r>
                  <a:endPara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endParaRPr lang="en-US" sz="1403" dirty="0">
                    <a:ln w="9525">
                      <a:solidFill>
                        <a:schemeClr val="tx1"/>
                      </a:solidFill>
                    </a:ln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9" name="Frame 28">
                <a:extLst>
                  <a:ext uri="{FF2B5EF4-FFF2-40B4-BE49-F238E27FC236}">
                    <a16:creationId xmlns:a16="http://schemas.microsoft.com/office/drawing/2014/main" id="{CBDA1207-B584-2445-F546-BE58DC297280}"/>
                  </a:ext>
                </a:extLst>
              </p:cNvPr>
              <p:cNvSpPr/>
              <p:nvPr/>
            </p:nvSpPr>
            <p:spPr>
              <a:xfrm>
                <a:off x="4737100" y="5625844"/>
                <a:ext cx="1094740" cy="1451230"/>
              </a:xfrm>
              <a:prstGeom prst="frame">
                <a:avLst>
                  <a:gd name="adj1" fmla="val 338"/>
                </a:avLst>
              </a:prstGeom>
              <a:grpFill/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7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F062287-0785-6888-58B9-82B1FC402023}"/>
                </a:ext>
              </a:extLst>
            </p:cNvPr>
            <p:cNvGrpSpPr/>
            <p:nvPr/>
          </p:nvGrpSpPr>
          <p:grpSpPr>
            <a:xfrm>
              <a:off x="2682241" y="7029450"/>
              <a:ext cx="1493810" cy="851187"/>
              <a:chOff x="2453640" y="2468880"/>
              <a:chExt cx="4561840" cy="2214880"/>
            </a:xfrm>
            <a:solidFill>
              <a:schemeClr val="bg1"/>
            </a:solidFill>
          </p:grpSpPr>
          <p:sp>
            <p:nvSpPr>
              <p:cNvPr id="12" name="Diamond 11">
                <a:extLst>
                  <a:ext uri="{FF2B5EF4-FFF2-40B4-BE49-F238E27FC236}">
                    <a16:creationId xmlns:a16="http://schemas.microsoft.com/office/drawing/2014/main" id="{EADBF8F2-8AA1-D45B-3698-0D73BFC34370}"/>
                  </a:ext>
                </a:extLst>
              </p:cNvPr>
              <p:cNvSpPr/>
              <p:nvPr/>
            </p:nvSpPr>
            <p:spPr>
              <a:xfrm>
                <a:off x="2453640" y="2468880"/>
                <a:ext cx="4561840" cy="2214880"/>
              </a:xfrm>
              <a:prstGeom prst="diamond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7" dirty="0"/>
              </a:p>
            </p:txBody>
          </p:sp>
          <p:sp>
            <p:nvSpPr>
              <p:cNvPr id="13" name="Diamond 12">
                <a:extLst>
                  <a:ext uri="{FF2B5EF4-FFF2-40B4-BE49-F238E27FC236}">
                    <a16:creationId xmlns:a16="http://schemas.microsoft.com/office/drawing/2014/main" id="{79DCF2BF-4CCD-9141-535C-4B599DFD0120}"/>
                  </a:ext>
                </a:extLst>
              </p:cNvPr>
              <p:cNvSpPr/>
              <p:nvPr/>
            </p:nvSpPr>
            <p:spPr>
              <a:xfrm>
                <a:off x="2616648" y="2561067"/>
                <a:ext cx="4235823" cy="2030506"/>
              </a:xfrm>
              <a:prstGeom prst="diamond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dirty="0"/>
                  <a:t>Take_</a:t>
                </a:r>
              </a:p>
              <a:p>
                <a:pPr algn="ctr"/>
                <a:r>
                  <a:rPr lang="en-US" sz="1403" dirty="0"/>
                  <a:t>Classes</a:t>
                </a:r>
              </a:p>
            </p:txBody>
          </p:sp>
        </p:grpSp>
        <p:sp>
          <p:nvSpPr>
            <p:cNvPr id="14" name="Diamond 13">
              <a:extLst>
                <a:ext uri="{FF2B5EF4-FFF2-40B4-BE49-F238E27FC236}">
                  <a16:creationId xmlns:a16="http://schemas.microsoft.com/office/drawing/2014/main" id="{41CCDB0E-D096-CEAD-1705-03DEFE040BEB}"/>
                </a:ext>
              </a:extLst>
            </p:cNvPr>
            <p:cNvSpPr/>
            <p:nvPr/>
          </p:nvSpPr>
          <p:spPr>
            <a:xfrm>
              <a:off x="4948149" y="4733797"/>
              <a:ext cx="1806039" cy="767840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Teaching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DC01FAA-D4EF-5473-2E1C-E153FB105095}"/>
                </a:ext>
              </a:extLst>
            </p:cNvPr>
            <p:cNvGrpSpPr/>
            <p:nvPr/>
          </p:nvGrpSpPr>
          <p:grpSpPr>
            <a:xfrm>
              <a:off x="7056034" y="3358599"/>
              <a:ext cx="1997678" cy="4356597"/>
              <a:chOff x="655320" y="3197262"/>
              <a:chExt cx="1548489" cy="2263470"/>
            </a:xfrm>
            <a:solidFill>
              <a:schemeClr val="bg1"/>
            </a:solidFill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A0AA890-C5A3-7CCF-3FFE-5C1BECE0431A}"/>
                  </a:ext>
                </a:extLst>
              </p:cNvPr>
              <p:cNvSpPr/>
              <p:nvPr/>
            </p:nvSpPr>
            <p:spPr>
              <a:xfrm>
                <a:off x="655320" y="3426132"/>
                <a:ext cx="1548489" cy="2034600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Std_ID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Std_Name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Contact_Details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{Phone Number}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Blood Group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Address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District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Thana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Road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House No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Date Of Birth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 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Gender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Guardian Details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Guardian_Name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{</a:t>
                </a:r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Guardian_Phn_Num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NID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Relation</a:t>
                </a: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Tution_Fee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Payment_Status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E818E3DC-0F89-8BAD-5B11-6A7296C193DB}"/>
                  </a:ext>
                </a:extLst>
              </p:cNvPr>
              <p:cNvSpPr/>
              <p:nvPr/>
            </p:nvSpPr>
            <p:spPr>
              <a:xfrm>
                <a:off x="655320" y="3197262"/>
                <a:ext cx="1548489" cy="228231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Student</a:t>
                </a:r>
              </a:p>
            </p:txBody>
          </p:sp>
        </p:grpSp>
        <p:sp>
          <p:nvSpPr>
            <p:cNvPr id="16" name="Diamond 15">
              <a:extLst>
                <a:ext uri="{FF2B5EF4-FFF2-40B4-BE49-F238E27FC236}">
                  <a16:creationId xmlns:a16="http://schemas.microsoft.com/office/drawing/2014/main" id="{0DDC8846-4CC1-C077-1D9C-86E64727C5C9}"/>
                </a:ext>
              </a:extLst>
            </p:cNvPr>
            <p:cNvSpPr/>
            <p:nvPr/>
          </p:nvSpPr>
          <p:spPr>
            <a:xfrm>
              <a:off x="7145331" y="8769396"/>
              <a:ext cx="1684084" cy="725329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Grade</a:t>
              </a:r>
            </a:p>
          </p:txBody>
        </p:sp>
        <p:sp>
          <p:nvSpPr>
            <p:cNvPr id="17" name="Diamond 16">
              <a:extLst>
                <a:ext uri="{FF2B5EF4-FFF2-40B4-BE49-F238E27FC236}">
                  <a16:creationId xmlns:a16="http://schemas.microsoft.com/office/drawing/2014/main" id="{C5C8FDD4-A870-B9E4-E730-FEE2DA0E48AE}"/>
                </a:ext>
              </a:extLst>
            </p:cNvPr>
            <p:cNvSpPr/>
            <p:nvPr/>
          </p:nvSpPr>
          <p:spPr>
            <a:xfrm>
              <a:off x="9583590" y="4950817"/>
              <a:ext cx="1684084" cy="725329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Perusing</a:t>
              </a:r>
            </a:p>
          </p:txBody>
        </p:sp>
        <p:sp>
          <p:nvSpPr>
            <p:cNvPr id="26" name="Diamond 25">
              <a:extLst>
                <a:ext uri="{FF2B5EF4-FFF2-40B4-BE49-F238E27FC236}">
                  <a16:creationId xmlns:a16="http://schemas.microsoft.com/office/drawing/2014/main" id="{98AC29D9-D680-D4DE-0F91-CD2A5B79E94D}"/>
                </a:ext>
              </a:extLst>
            </p:cNvPr>
            <p:cNvSpPr/>
            <p:nvPr/>
          </p:nvSpPr>
          <p:spPr>
            <a:xfrm>
              <a:off x="13610333" y="965310"/>
              <a:ext cx="1597744" cy="873656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Employ</a:t>
              </a:r>
            </a:p>
          </p:txBody>
        </p: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BF3B1276-24F9-E53E-7219-C95F457F443F}"/>
                </a:ext>
              </a:extLst>
            </p:cNvPr>
            <p:cNvGrpSpPr/>
            <p:nvPr/>
          </p:nvGrpSpPr>
          <p:grpSpPr>
            <a:xfrm>
              <a:off x="7235268" y="448131"/>
              <a:ext cx="1675024" cy="1453597"/>
              <a:chOff x="655320" y="2119641"/>
              <a:chExt cx="1934163" cy="3367658"/>
            </a:xfrm>
            <a:solidFill>
              <a:schemeClr val="bg1"/>
            </a:solidFill>
          </p:grpSpPr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32EBD6FB-EA2A-34AA-DF76-911738B7189C}"/>
                  </a:ext>
                </a:extLst>
              </p:cNvPr>
              <p:cNvSpPr/>
              <p:nvPr/>
            </p:nvSpPr>
            <p:spPr>
              <a:xfrm>
                <a:off x="655320" y="2726683"/>
                <a:ext cx="1934163" cy="2760616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/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Accounting_ID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Tution</a:t>
                </a:r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Date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Amount</a:t>
                </a: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Paymnet_Status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0D3D7002-F2DD-366A-4F77-417F1D0A26B0}"/>
                  </a:ext>
                </a:extLst>
              </p:cNvPr>
              <p:cNvSpPr/>
              <p:nvPr/>
            </p:nvSpPr>
            <p:spPr>
              <a:xfrm>
                <a:off x="655320" y="2119641"/>
                <a:ext cx="1934163" cy="607043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Accounting</a:t>
                </a:r>
              </a:p>
            </p:txBody>
          </p:sp>
        </p:grpSp>
        <p:sp>
          <p:nvSpPr>
            <p:cNvPr id="118" name="Diamond 117">
              <a:extLst>
                <a:ext uri="{FF2B5EF4-FFF2-40B4-BE49-F238E27FC236}">
                  <a16:creationId xmlns:a16="http://schemas.microsoft.com/office/drawing/2014/main" id="{52EBDC30-8E08-3F4A-EBF3-5C3E9FA61811}"/>
                </a:ext>
              </a:extLst>
            </p:cNvPr>
            <p:cNvSpPr/>
            <p:nvPr/>
          </p:nvSpPr>
          <p:spPr>
            <a:xfrm>
              <a:off x="7051446" y="2230428"/>
              <a:ext cx="1684084" cy="725329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Payment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D961A955-6996-2B31-A1A3-E408084AD35D}"/>
                </a:ext>
              </a:extLst>
            </p:cNvPr>
            <p:cNvGrpSpPr/>
            <p:nvPr/>
          </p:nvGrpSpPr>
          <p:grpSpPr>
            <a:xfrm>
              <a:off x="15691220" y="4410959"/>
              <a:ext cx="1549702" cy="1579460"/>
              <a:chOff x="655320" y="2630915"/>
              <a:chExt cx="1548489" cy="2829816"/>
            </a:xfrm>
            <a:solidFill>
              <a:schemeClr val="bg1"/>
            </a:solidFill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CF17569-DED4-4698-9B43-735496E36368}"/>
                  </a:ext>
                </a:extLst>
              </p:cNvPr>
              <p:cNvSpPr/>
              <p:nvPr/>
            </p:nvSpPr>
            <p:spPr>
              <a:xfrm>
                <a:off x="655320" y="3426132"/>
                <a:ext cx="1548489" cy="2034599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u="sng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{exams}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Mark</a:t>
                </a: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B6142FC2-DCBD-5C47-605F-B18A102A602E}"/>
                  </a:ext>
                </a:extLst>
              </p:cNvPr>
              <p:cNvSpPr/>
              <p:nvPr/>
            </p:nvSpPr>
            <p:spPr>
              <a:xfrm>
                <a:off x="655320" y="2630915"/>
                <a:ext cx="1548489" cy="795216"/>
              </a:xfrm>
              <a:prstGeom prst="rect">
                <a:avLst/>
              </a:prstGeom>
              <a:grpFill/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</a:t>
                </a:r>
              </a:p>
            </p:txBody>
          </p:sp>
        </p:grpSp>
        <p:sp>
          <p:nvSpPr>
            <p:cNvPr id="136" name="Diamond 135">
              <a:extLst>
                <a:ext uri="{FF2B5EF4-FFF2-40B4-BE49-F238E27FC236}">
                  <a16:creationId xmlns:a16="http://schemas.microsoft.com/office/drawing/2014/main" id="{BE6DA4CB-EFB1-8446-949D-E636275D31D2}"/>
                </a:ext>
              </a:extLst>
            </p:cNvPr>
            <p:cNvSpPr/>
            <p:nvPr/>
          </p:nvSpPr>
          <p:spPr>
            <a:xfrm>
              <a:off x="13523993" y="4922140"/>
              <a:ext cx="1684084" cy="725329"/>
            </a:xfrm>
            <a:prstGeom prst="diamond">
              <a:avLst/>
            </a:prstGeom>
            <a:solidFill>
              <a:schemeClr val="bg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Exam_</a:t>
              </a:r>
            </a:p>
            <a:p>
              <a:pPr algn="ctr"/>
              <a:r>
                <a:rPr lang="en-US" sz="1403" dirty="0" err="1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Controll</a:t>
              </a:r>
              <a:endPara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64" name="Group 163">
              <a:extLst>
                <a:ext uri="{FF2B5EF4-FFF2-40B4-BE49-F238E27FC236}">
                  <a16:creationId xmlns:a16="http://schemas.microsoft.com/office/drawing/2014/main" id="{EDFF84C6-F69F-7AB1-2EE9-EC0D6F065717}"/>
                </a:ext>
              </a:extLst>
            </p:cNvPr>
            <p:cNvGrpSpPr/>
            <p:nvPr/>
          </p:nvGrpSpPr>
          <p:grpSpPr>
            <a:xfrm>
              <a:off x="5149152" y="1194978"/>
              <a:ext cx="1548951" cy="1125311"/>
              <a:chOff x="655320" y="2119641"/>
              <a:chExt cx="1934163" cy="2541897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D42C069B-6033-CBD3-C113-DE3C38D9097A}"/>
                  </a:ext>
                </a:extLst>
              </p:cNvPr>
              <p:cNvSpPr/>
              <p:nvPr/>
            </p:nvSpPr>
            <p:spPr>
              <a:xfrm>
                <a:off x="655320" y="2726686"/>
                <a:ext cx="1934163" cy="1934852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/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UserReg_ID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UserReg_name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Password</a:t>
                </a:r>
              </a:p>
              <a:p>
                <a:pPr algn="l"/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UserType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976747E8-4521-D379-C31D-D91C3ABC05ED}"/>
                  </a:ext>
                </a:extLst>
              </p:cNvPr>
              <p:cNvSpPr/>
              <p:nvPr/>
            </p:nvSpPr>
            <p:spPr>
              <a:xfrm>
                <a:off x="655320" y="2119641"/>
                <a:ext cx="1934163" cy="607043"/>
              </a:xfrm>
              <a:prstGeom prst="rect">
                <a:avLst/>
              </a:prstGeom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User_Registration</a:t>
                </a:r>
                <a:endPara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20BE8BE8-F900-6AE6-7B9E-398F25F7EA30}"/>
                </a:ext>
              </a:extLst>
            </p:cNvPr>
            <p:cNvGrpSpPr/>
            <p:nvPr/>
          </p:nvGrpSpPr>
          <p:grpSpPr>
            <a:xfrm>
              <a:off x="5068775" y="3679894"/>
              <a:ext cx="1323133" cy="627624"/>
              <a:chOff x="2453640" y="2468880"/>
              <a:chExt cx="4561840" cy="2214880"/>
            </a:xfrm>
            <a:solidFill>
              <a:schemeClr val="bg1"/>
            </a:solidFill>
          </p:grpSpPr>
          <p:sp>
            <p:nvSpPr>
              <p:cNvPr id="168" name="Diamond 167">
                <a:extLst>
                  <a:ext uri="{FF2B5EF4-FFF2-40B4-BE49-F238E27FC236}">
                    <a16:creationId xmlns:a16="http://schemas.microsoft.com/office/drawing/2014/main" id="{D2790385-8A4F-49B5-0888-C69B0235A8E2}"/>
                  </a:ext>
                </a:extLst>
              </p:cNvPr>
              <p:cNvSpPr/>
              <p:nvPr/>
            </p:nvSpPr>
            <p:spPr>
              <a:xfrm>
                <a:off x="2453640" y="2468880"/>
                <a:ext cx="4561840" cy="2214880"/>
              </a:xfrm>
              <a:prstGeom prst="diamond">
                <a:avLst/>
              </a:prstGeom>
              <a:grpFill/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97" dirty="0"/>
              </a:p>
            </p:txBody>
          </p:sp>
          <p:sp>
            <p:nvSpPr>
              <p:cNvPr id="169" name="Diamond 168">
                <a:extLst>
                  <a:ext uri="{FF2B5EF4-FFF2-40B4-BE49-F238E27FC236}">
                    <a16:creationId xmlns:a16="http://schemas.microsoft.com/office/drawing/2014/main" id="{A52F5C87-CCF8-C6EB-D14F-3C6FB38763DE}"/>
                  </a:ext>
                </a:extLst>
              </p:cNvPr>
              <p:cNvSpPr/>
              <p:nvPr/>
            </p:nvSpPr>
            <p:spPr>
              <a:xfrm>
                <a:off x="2616648" y="2561067"/>
                <a:ext cx="4235823" cy="2030506"/>
              </a:xfrm>
              <a:prstGeom prst="diamond">
                <a:avLst/>
              </a:prstGeom>
              <a:grp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3" dirty="0"/>
                  <a:t>User</a:t>
                </a:r>
              </a:p>
            </p:txBody>
          </p:sp>
        </p:grp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1DBD047A-2626-4E5C-5152-68355F3977B3}"/>
                </a:ext>
              </a:extLst>
            </p:cNvPr>
            <p:cNvCxnSpPr>
              <a:cxnSpLocks/>
              <a:stCxn id="168" idx="0"/>
            </p:cNvCxnSpPr>
            <p:nvPr/>
          </p:nvCxnSpPr>
          <p:spPr>
            <a:xfrm flipH="1" flipV="1">
              <a:off x="5730341" y="2338475"/>
              <a:ext cx="1" cy="1341419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7B13615-6EAB-BB90-49CD-6834CE54F27D}"/>
                </a:ext>
              </a:extLst>
            </p:cNvPr>
            <p:cNvCxnSpPr>
              <a:cxnSpLocks/>
              <a:stCxn id="168" idx="1"/>
            </p:cNvCxnSpPr>
            <p:nvPr/>
          </p:nvCxnSpPr>
          <p:spPr>
            <a:xfrm flipH="1">
              <a:off x="4382613" y="3993706"/>
              <a:ext cx="686162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1A136A7-1F0A-03BF-2AEB-418048A2F611}"/>
                </a:ext>
              </a:extLst>
            </p:cNvPr>
            <p:cNvCxnSpPr>
              <a:stCxn id="168" idx="3"/>
            </p:cNvCxnSpPr>
            <p:nvPr/>
          </p:nvCxnSpPr>
          <p:spPr>
            <a:xfrm>
              <a:off x="6391908" y="3993706"/>
              <a:ext cx="659539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Isosceles Triangle 177">
              <a:extLst>
                <a:ext uri="{FF2B5EF4-FFF2-40B4-BE49-F238E27FC236}">
                  <a16:creationId xmlns:a16="http://schemas.microsoft.com/office/drawing/2014/main" id="{F6488478-C63E-B158-BD53-6D74AA6221E2}"/>
                </a:ext>
              </a:extLst>
            </p:cNvPr>
            <p:cNvSpPr/>
            <p:nvPr/>
          </p:nvSpPr>
          <p:spPr>
            <a:xfrm rot="5400000">
              <a:off x="6924413" y="3925016"/>
              <a:ext cx="151145" cy="115843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9" name="Isosceles Triangle 178">
              <a:extLst>
                <a:ext uri="{FF2B5EF4-FFF2-40B4-BE49-F238E27FC236}">
                  <a16:creationId xmlns:a16="http://schemas.microsoft.com/office/drawing/2014/main" id="{D6E24608-4FD1-7F84-3B84-44EB817731D1}"/>
                </a:ext>
              </a:extLst>
            </p:cNvPr>
            <p:cNvSpPr/>
            <p:nvPr/>
          </p:nvSpPr>
          <p:spPr>
            <a:xfrm rot="16200000">
              <a:off x="4370130" y="3933549"/>
              <a:ext cx="151145" cy="115843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0" name="Isosceles Triangle 179">
              <a:extLst>
                <a:ext uri="{FF2B5EF4-FFF2-40B4-BE49-F238E27FC236}">
                  <a16:creationId xmlns:a16="http://schemas.microsoft.com/office/drawing/2014/main" id="{A9064F7B-3315-FA5D-4755-05000AD077BD}"/>
                </a:ext>
              </a:extLst>
            </p:cNvPr>
            <p:cNvSpPr/>
            <p:nvPr/>
          </p:nvSpPr>
          <p:spPr>
            <a:xfrm>
              <a:off x="5658615" y="2333309"/>
              <a:ext cx="147774" cy="118486"/>
            </a:xfrm>
            <a:prstGeom prst="triangle">
              <a:avLst/>
            </a:prstGeom>
            <a:solidFill>
              <a:schemeClr val="tx1"/>
            </a:solidFill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2" name="TextBox 181">
            <a:extLst>
              <a:ext uri="{FF2B5EF4-FFF2-40B4-BE49-F238E27FC236}">
                <a16:creationId xmlns:a16="http://schemas.microsoft.com/office/drawing/2014/main" id="{CAA5776D-EA28-A3A7-812B-4399F6B31068}"/>
              </a:ext>
            </a:extLst>
          </p:cNvPr>
          <p:cNvSpPr txBox="1"/>
          <p:nvPr/>
        </p:nvSpPr>
        <p:spPr>
          <a:xfrm rot="16200000">
            <a:off x="-3799762" y="4159709"/>
            <a:ext cx="9121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u="sng" dirty="0">
                <a:solidFill>
                  <a:srgbClr val="0070C0"/>
                </a:solidFill>
              </a:rPr>
              <a:t>ER DIAGERAM FOR HSMS</a:t>
            </a:r>
          </a:p>
        </p:txBody>
      </p:sp>
    </p:spTree>
    <p:extLst>
      <p:ext uri="{BB962C8B-B14F-4D97-AF65-F5344CB8AC3E}">
        <p14:creationId xmlns:p14="http://schemas.microsoft.com/office/powerpoint/2010/main" val="2329025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2424DE0-110C-2AC8-3180-F7811FAB85D4}"/>
              </a:ext>
            </a:extLst>
          </p:cNvPr>
          <p:cNvGrpSpPr/>
          <p:nvPr/>
        </p:nvGrpSpPr>
        <p:grpSpPr>
          <a:xfrm>
            <a:off x="2160916" y="1965572"/>
            <a:ext cx="1375471" cy="650905"/>
            <a:chOff x="2453640" y="2468880"/>
            <a:chExt cx="4561840" cy="2214880"/>
          </a:xfrm>
          <a:solidFill>
            <a:schemeClr val="bg1"/>
          </a:solidFill>
        </p:grpSpPr>
        <p:sp>
          <p:nvSpPr>
            <p:cNvPr id="3" name="Diamond 2">
              <a:extLst>
                <a:ext uri="{FF2B5EF4-FFF2-40B4-BE49-F238E27FC236}">
                  <a16:creationId xmlns:a16="http://schemas.microsoft.com/office/drawing/2014/main" id="{B1E73817-DCE3-E2FA-4E5C-E1C3773CDED1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0" name="Diamond 9">
              <a:extLst>
                <a:ext uri="{FF2B5EF4-FFF2-40B4-BE49-F238E27FC236}">
                  <a16:creationId xmlns:a16="http://schemas.microsoft.com/office/drawing/2014/main" id="{F37248AF-429B-04A4-21CF-A40C034AB494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dirty="0" err="1"/>
                <a:t>Atnd_Stu</a:t>
              </a:r>
              <a:endParaRPr lang="en-US" sz="1403" dirty="0"/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A259CAF-9957-0B10-B344-282C8654EB62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844479" y="2616478"/>
            <a:ext cx="4173" cy="43137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CDC8F24-975E-B302-E181-6E0A7C33E56B}"/>
              </a:ext>
            </a:extLst>
          </p:cNvPr>
          <p:cNvCxnSpPr>
            <a:cxnSpLocks/>
          </p:cNvCxnSpPr>
          <p:nvPr/>
        </p:nvCxnSpPr>
        <p:spPr>
          <a:xfrm>
            <a:off x="2879407" y="1405060"/>
            <a:ext cx="540" cy="5706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549442A-1700-5E3B-99F5-4F2925107CEC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970821" y="4721514"/>
            <a:ext cx="491070" cy="2374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7DF55D78-6F9F-629C-F513-8C2BFA95BE9C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339370" y="4745262"/>
            <a:ext cx="65079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9CE9192-9ACA-EDCB-1D14-F8FA9324C8EB}"/>
              </a:ext>
            </a:extLst>
          </p:cNvPr>
          <p:cNvCxnSpPr>
            <a:cxnSpLocks/>
          </p:cNvCxnSpPr>
          <p:nvPr/>
        </p:nvCxnSpPr>
        <p:spPr>
          <a:xfrm>
            <a:off x="7849357" y="3078338"/>
            <a:ext cx="86389" cy="72400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F4F8EFE7-AC82-DF54-0F7E-C642324D65A3}"/>
              </a:ext>
            </a:extLst>
          </p:cNvPr>
          <p:cNvCxnSpPr>
            <a:cxnSpLocks/>
          </p:cNvCxnSpPr>
          <p:nvPr/>
        </p:nvCxnSpPr>
        <p:spPr>
          <a:xfrm flipV="1">
            <a:off x="13997888" y="8428923"/>
            <a:ext cx="1258609" cy="167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C071B41E-0411-8CBA-D1D6-97C0756E41F0}"/>
              </a:ext>
            </a:extLst>
          </p:cNvPr>
          <p:cNvCxnSpPr>
            <a:cxnSpLocks/>
          </p:cNvCxnSpPr>
          <p:nvPr/>
        </p:nvCxnSpPr>
        <p:spPr>
          <a:xfrm flipH="1" flipV="1">
            <a:off x="13074001" y="7173710"/>
            <a:ext cx="1597" cy="9510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>
            <a:extLst>
              <a:ext uri="{FF2B5EF4-FFF2-40B4-BE49-F238E27FC236}">
                <a16:creationId xmlns:a16="http://schemas.microsoft.com/office/drawing/2014/main" id="{D3E9ABC3-FF26-F8D8-F365-36962C5B2BCE}"/>
              </a:ext>
            </a:extLst>
          </p:cNvPr>
          <p:cNvSpPr/>
          <p:nvPr/>
        </p:nvSpPr>
        <p:spPr>
          <a:xfrm>
            <a:off x="15967534" y="1909180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4" name="Isosceles Triangle 113">
            <a:extLst>
              <a:ext uri="{FF2B5EF4-FFF2-40B4-BE49-F238E27FC236}">
                <a16:creationId xmlns:a16="http://schemas.microsoft.com/office/drawing/2014/main" id="{3218F276-5A8C-63C1-1A0D-D1DE5AE11AC2}"/>
              </a:ext>
            </a:extLst>
          </p:cNvPr>
          <p:cNvSpPr/>
          <p:nvPr/>
        </p:nvSpPr>
        <p:spPr>
          <a:xfrm rot="5400000">
            <a:off x="15238334" y="8360325"/>
            <a:ext cx="156752" cy="12042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93B21D08-1554-A65D-93D0-F6D01BBF8C9E}"/>
              </a:ext>
            </a:extLst>
          </p:cNvPr>
          <p:cNvCxnSpPr>
            <a:cxnSpLocks/>
            <a:endCxn id="118" idx="1"/>
          </p:cNvCxnSpPr>
          <p:nvPr/>
        </p:nvCxnSpPr>
        <p:spPr>
          <a:xfrm>
            <a:off x="13202275" y="4179327"/>
            <a:ext cx="1966719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>
            <a:extLst>
              <a:ext uri="{FF2B5EF4-FFF2-40B4-BE49-F238E27FC236}">
                <a16:creationId xmlns:a16="http://schemas.microsoft.com/office/drawing/2014/main" id="{EECF58D3-CBDE-0D98-BEE9-AB81AFBBA348}"/>
              </a:ext>
            </a:extLst>
          </p:cNvPr>
          <p:cNvSpPr/>
          <p:nvPr/>
        </p:nvSpPr>
        <p:spPr>
          <a:xfrm rot="10800000">
            <a:off x="2767669" y="3054108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2606072-D4C8-FFA1-94D1-1D4C55822A56}"/>
              </a:ext>
            </a:extLst>
          </p:cNvPr>
          <p:cNvCxnSpPr>
            <a:cxnSpLocks/>
          </p:cNvCxnSpPr>
          <p:nvPr/>
        </p:nvCxnSpPr>
        <p:spPr>
          <a:xfrm>
            <a:off x="2815823" y="1400924"/>
            <a:ext cx="540" cy="57067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DE178B6-DB27-7B73-9C26-C26A73EADAD5}"/>
              </a:ext>
            </a:extLst>
          </p:cNvPr>
          <p:cNvGrpSpPr/>
          <p:nvPr/>
        </p:nvGrpSpPr>
        <p:grpSpPr>
          <a:xfrm>
            <a:off x="15376923" y="7429171"/>
            <a:ext cx="1734528" cy="1832558"/>
            <a:chOff x="4737100" y="5748020"/>
            <a:chExt cx="1094740" cy="1329055"/>
          </a:xfrm>
          <a:solidFill>
            <a:schemeClr val="bg1"/>
          </a:solidFill>
        </p:grpSpPr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AECC26-6A13-976B-5AE6-43D7A2570670}"/>
                </a:ext>
              </a:extLst>
            </p:cNvPr>
            <p:cNvGrpSpPr/>
            <p:nvPr/>
          </p:nvGrpSpPr>
          <p:grpSpPr>
            <a:xfrm>
              <a:off x="4769485" y="5814123"/>
              <a:ext cx="1026160" cy="1198522"/>
              <a:chOff x="655320" y="3522411"/>
              <a:chExt cx="1559560" cy="2286781"/>
            </a:xfrm>
            <a:grpFill/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8ADD635-133C-5E98-4136-63EF2F777438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Result_ID</a:t>
                </a:r>
                <a:endPara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Subject_ID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Marks Obtained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Grade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CGPA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B1D076F6-CCC3-159F-1408-BCD655EC29EC}"/>
                  </a:ext>
                </a:extLst>
              </p:cNvPr>
              <p:cNvSpPr/>
              <p:nvPr/>
            </p:nvSpPr>
            <p:spPr>
              <a:xfrm>
                <a:off x="655320" y="3522411"/>
                <a:ext cx="1559560" cy="465632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9" name="Frame 38">
              <a:extLst>
                <a:ext uri="{FF2B5EF4-FFF2-40B4-BE49-F238E27FC236}">
                  <a16:creationId xmlns:a16="http://schemas.microsoft.com/office/drawing/2014/main" id="{0D24B334-97BD-FEBE-A0D7-56ED1151E771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8D049FFF-2AEE-D045-8032-782A59B9DF65}"/>
              </a:ext>
            </a:extLst>
          </p:cNvPr>
          <p:cNvGrpSpPr/>
          <p:nvPr/>
        </p:nvGrpSpPr>
        <p:grpSpPr>
          <a:xfrm>
            <a:off x="6990169" y="3925221"/>
            <a:ext cx="1887814" cy="1357777"/>
            <a:chOff x="655320" y="2630915"/>
            <a:chExt cx="1548489" cy="2829816"/>
          </a:xfrm>
          <a:solidFill>
            <a:schemeClr val="bg1"/>
          </a:solidFill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9BE545B-787C-2FFF-D412-E5AD235971BB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D5E4483-A434-6D32-5649-3EEF7716E7D5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Subject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F272215-53ED-DD36-A296-A1FC4C5CF889}"/>
              </a:ext>
            </a:extLst>
          </p:cNvPr>
          <p:cNvGrpSpPr/>
          <p:nvPr/>
        </p:nvGrpSpPr>
        <p:grpSpPr>
          <a:xfrm>
            <a:off x="6858000" y="280458"/>
            <a:ext cx="2015342" cy="1461768"/>
            <a:chOff x="4737100" y="5748020"/>
            <a:chExt cx="1094740" cy="1329055"/>
          </a:xfrm>
          <a:solidFill>
            <a:schemeClr val="bg1"/>
          </a:solidFill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8EADC7E-8B8E-82D5-8899-F17CC15A757E}"/>
                </a:ext>
              </a:extLst>
            </p:cNvPr>
            <p:cNvGrpSpPr/>
            <p:nvPr/>
          </p:nvGrpSpPr>
          <p:grpSpPr>
            <a:xfrm>
              <a:off x="4769485" y="5814121"/>
              <a:ext cx="1026160" cy="1198524"/>
              <a:chOff x="655320" y="3522407"/>
              <a:chExt cx="1559560" cy="2286785"/>
            </a:xfrm>
            <a:grpFill/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2C9D64D0-DAC7-5D32-FB2F-10FA6E20B473}"/>
                  </a:ext>
                </a:extLst>
              </p:cNvPr>
              <p:cNvSpPr/>
              <p:nvPr/>
            </p:nvSpPr>
            <p:spPr>
              <a:xfrm>
                <a:off x="655320" y="3773442"/>
                <a:ext cx="1559560" cy="2035750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Class_time</a:t>
                </a:r>
                <a:endPara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Duration</a:t>
                </a:r>
              </a:p>
              <a:p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Class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57EE9B58-8BFF-CC92-1595-CBBF57F7313C}"/>
                  </a:ext>
                </a:extLst>
              </p:cNvPr>
              <p:cNvSpPr/>
              <p:nvPr/>
            </p:nvSpPr>
            <p:spPr>
              <a:xfrm>
                <a:off x="655320" y="3522407"/>
                <a:ext cx="1559560" cy="590529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Schedule</a:t>
                </a: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3" name="Frame 32">
              <a:extLst>
                <a:ext uri="{FF2B5EF4-FFF2-40B4-BE49-F238E27FC236}">
                  <a16:creationId xmlns:a16="http://schemas.microsoft.com/office/drawing/2014/main" id="{52444191-4AC2-AA0F-F944-D5100FFE808B}"/>
                </a:ext>
              </a:extLst>
            </p:cNvPr>
            <p:cNvSpPr/>
            <p:nvPr/>
          </p:nvSpPr>
          <p:spPr>
            <a:xfrm>
              <a:off x="4737100" y="5748020"/>
              <a:ext cx="1094740" cy="1329055"/>
            </a:xfrm>
            <a:prstGeom prst="frame">
              <a:avLst>
                <a:gd name="adj1" fmla="val 338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42C77B5-1B45-EAB4-F6B6-06FEC920A4C3}"/>
              </a:ext>
            </a:extLst>
          </p:cNvPr>
          <p:cNvGrpSpPr/>
          <p:nvPr/>
        </p:nvGrpSpPr>
        <p:grpSpPr>
          <a:xfrm>
            <a:off x="1996440" y="3172557"/>
            <a:ext cx="1877548" cy="3541104"/>
            <a:chOff x="655319" y="3285422"/>
            <a:chExt cx="1292377" cy="1720951"/>
          </a:xfrm>
          <a:solidFill>
            <a:schemeClr val="bg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E993DBD-C04A-FD88-19E1-CFF89AB5AC09}"/>
                </a:ext>
              </a:extLst>
            </p:cNvPr>
            <p:cNvSpPr/>
            <p:nvPr/>
          </p:nvSpPr>
          <p:spPr>
            <a:xfrm>
              <a:off x="655320" y="3461334"/>
              <a:ext cx="1292376" cy="1545039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{Course}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Educational_Qualification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Degree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Department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Result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Employment_Details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Joining 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Position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Salary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Teacher_Picture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806992C-F6F9-D189-4215-7C595D8FE8DC}"/>
                </a:ext>
              </a:extLst>
            </p:cNvPr>
            <p:cNvSpPr/>
            <p:nvPr/>
          </p:nvSpPr>
          <p:spPr>
            <a:xfrm>
              <a:off x="655319" y="3285422"/>
              <a:ext cx="1292374" cy="175912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Teachers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76ACCCB-7FF1-E1E7-F0E5-F0B09E09F4CA}"/>
              </a:ext>
            </a:extLst>
          </p:cNvPr>
          <p:cNvGrpSpPr/>
          <p:nvPr/>
        </p:nvGrpSpPr>
        <p:grpSpPr>
          <a:xfrm>
            <a:off x="2153681" y="302634"/>
            <a:ext cx="1514824" cy="1102426"/>
            <a:chOff x="4737100" y="5625844"/>
            <a:chExt cx="1094740" cy="1451230"/>
          </a:xfrm>
          <a:solidFill>
            <a:schemeClr val="bg1"/>
          </a:solidFill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FC5A1AB-9C5B-0E81-8760-ACCD5A9E23F6}"/>
                </a:ext>
              </a:extLst>
            </p:cNvPr>
            <p:cNvGrpSpPr/>
            <p:nvPr/>
          </p:nvGrpSpPr>
          <p:grpSpPr>
            <a:xfrm>
              <a:off x="4769485" y="5672424"/>
              <a:ext cx="1026160" cy="1340741"/>
              <a:chOff x="655320" y="3252053"/>
              <a:chExt cx="1559560" cy="2558137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76F92C9E-442B-8328-9695-A4CB3B85E0F3}"/>
                  </a:ext>
                </a:extLst>
              </p:cNvPr>
              <p:cNvSpPr/>
              <p:nvPr/>
            </p:nvSpPr>
            <p:spPr>
              <a:xfrm>
                <a:off x="655320" y="3774440"/>
                <a:ext cx="1559560" cy="2035750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00" u="sng" dirty="0" err="1"/>
                  <a:t>Attendence_ID</a:t>
                </a:r>
                <a:endParaRPr lang="en-US" sz="1200" u="sng" dirty="0"/>
              </a:p>
              <a:p>
                <a:r>
                  <a:rPr lang="en-US" sz="1200" dirty="0"/>
                  <a:t>Date</a:t>
                </a:r>
              </a:p>
              <a:p>
                <a:r>
                  <a:rPr lang="en-US" sz="1200" dirty="0"/>
                  <a:t>Status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EEF001A7-F49E-00F2-7684-CF6CFF591C99}"/>
                  </a:ext>
                </a:extLst>
              </p:cNvPr>
              <p:cNvSpPr/>
              <p:nvPr/>
            </p:nvSpPr>
            <p:spPr>
              <a:xfrm>
                <a:off x="655320" y="3252053"/>
                <a:ext cx="1559560" cy="666582"/>
              </a:xfrm>
              <a:prstGeom prst="rect">
                <a:avLst/>
              </a:prstGeom>
              <a:grpFill/>
              <a:ln w="127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>
                  <a:lnSpc>
                    <a:spcPct val="300000"/>
                  </a:lnSpc>
                </a:pPr>
                <a:r>
                  <a:rPr lang="en-US" sz="1403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Attendence</a:t>
                </a:r>
                <a:endPara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:endParaRPr lang="en-US" sz="1403" dirty="0">
                  <a:ln w="9525">
                    <a:solidFill>
                      <a:schemeClr val="tx1"/>
                    </a:solidFill>
                  </a:ln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Frame 28">
              <a:extLst>
                <a:ext uri="{FF2B5EF4-FFF2-40B4-BE49-F238E27FC236}">
                  <a16:creationId xmlns:a16="http://schemas.microsoft.com/office/drawing/2014/main" id="{CBDA1207-B584-2445-F546-BE58DC297280}"/>
                </a:ext>
              </a:extLst>
            </p:cNvPr>
            <p:cNvSpPr/>
            <p:nvPr/>
          </p:nvSpPr>
          <p:spPr>
            <a:xfrm>
              <a:off x="4737100" y="5625844"/>
              <a:ext cx="1094740" cy="1451230"/>
            </a:xfrm>
            <a:prstGeom prst="frame">
              <a:avLst>
                <a:gd name="adj1" fmla="val 338"/>
              </a:avLst>
            </a:prstGeom>
            <a:grpFill/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Diamond 13">
            <a:extLst>
              <a:ext uri="{FF2B5EF4-FFF2-40B4-BE49-F238E27FC236}">
                <a16:creationId xmlns:a16="http://schemas.microsoft.com/office/drawing/2014/main" id="{41CCDB0E-D096-CEAD-1705-03DEFE040BEB}"/>
              </a:ext>
            </a:extLst>
          </p:cNvPr>
          <p:cNvSpPr/>
          <p:nvPr/>
        </p:nvSpPr>
        <p:spPr>
          <a:xfrm>
            <a:off x="4461891" y="4347101"/>
            <a:ext cx="1877479" cy="796322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Teaching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C01FAA-D4EF-5473-2E1C-E153FB105095}"/>
              </a:ext>
            </a:extLst>
          </p:cNvPr>
          <p:cNvGrpSpPr/>
          <p:nvPr/>
        </p:nvGrpSpPr>
        <p:grpSpPr>
          <a:xfrm>
            <a:off x="12135288" y="2864991"/>
            <a:ext cx="2076699" cy="4518200"/>
            <a:chOff x="655320" y="3197262"/>
            <a:chExt cx="1548489" cy="2263470"/>
          </a:xfrm>
          <a:solidFill>
            <a:schemeClr val="bg1"/>
          </a:solidFill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0AA890-C5A3-7CCF-3FFE-5C1BECE0431A}"/>
                </a:ext>
              </a:extLst>
            </p:cNvPr>
            <p:cNvSpPr/>
            <p:nvPr/>
          </p:nvSpPr>
          <p:spPr>
            <a:xfrm>
              <a:off x="655320" y="3426132"/>
              <a:ext cx="1548489" cy="2034600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Std_Name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Contact_Details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{Phone Number}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Blood Group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Address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District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Thana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Road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House No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Of Birth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Class 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Gender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 Details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{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Guardian_Phn_Num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NID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Relation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Tution_Fee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Payment_Status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18E3DC-0F89-8BAD-5B11-6A7296C193DB}"/>
                </a:ext>
              </a:extLst>
            </p:cNvPr>
            <p:cNvSpPr/>
            <p:nvPr/>
          </p:nvSpPr>
          <p:spPr>
            <a:xfrm>
              <a:off x="655320" y="3197262"/>
              <a:ext cx="1548489" cy="228231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</a:t>
              </a:r>
            </a:p>
          </p:txBody>
        </p:sp>
      </p:grpSp>
      <p:sp>
        <p:nvSpPr>
          <p:cNvPr id="16" name="Diamond 15">
            <a:extLst>
              <a:ext uri="{FF2B5EF4-FFF2-40B4-BE49-F238E27FC236}">
                <a16:creationId xmlns:a16="http://schemas.microsoft.com/office/drawing/2014/main" id="{0DDC8846-4CC1-C077-1D9C-86E64727C5C9}"/>
              </a:ext>
            </a:extLst>
          </p:cNvPr>
          <p:cNvSpPr/>
          <p:nvPr/>
        </p:nvSpPr>
        <p:spPr>
          <a:xfrm>
            <a:off x="12221801" y="8061192"/>
            <a:ext cx="1750700" cy="752234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Grade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BF3B1276-24F9-E53E-7219-C95F457F443F}"/>
              </a:ext>
            </a:extLst>
          </p:cNvPr>
          <p:cNvGrpSpPr/>
          <p:nvPr/>
        </p:nvGrpSpPr>
        <p:grpSpPr>
          <a:xfrm>
            <a:off x="15231410" y="396012"/>
            <a:ext cx="1741282" cy="1507517"/>
            <a:chOff x="655320" y="2119641"/>
            <a:chExt cx="1934163" cy="3367658"/>
          </a:xfrm>
          <a:solidFill>
            <a:schemeClr val="bg1"/>
          </a:solidFill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2EBD6FB-EA2A-34AA-DF76-911738B7189C}"/>
                </a:ext>
              </a:extLst>
            </p:cNvPr>
            <p:cNvSpPr/>
            <p:nvPr/>
          </p:nvSpPr>
          <p:spPr>
            <a:xfrm>
              <a:off x="655320" y="2726683"/>
              <a:ext cx="1934163" cy="2760616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Tution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Fee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Amount</a:t>
              </a:r>
            </a:p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Paymnet_Status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0D3D7002-F2DD-366A-4F77-417F1D0A26B0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Accounting</a:t>
              </a:r>
            </a:p>
          </p:txBody>
        </p:sp>
      </p:grpSp>
      <p:sp>
        <p:nvSpPr>
          <p:cNvPr id="118" name="Diamond 117">
            <a:extLst>
              <a:ext uri="{FF2B5EF4-FFF2-40B4-BE49-F238E27FC236}">
                <a16:creationId xmlns:a16="http://schemas.microsoft.com/office/drawing/2014/main" id="{52EBDC30-8E08-3F4A-EBF3-5C3E9FA61811}"/>
              </a:ext>
            </a:extLst>
          </p:cNvPr>
          <p:cNvSpPr/>
          <p:nvPr/>
        </p:nvSpPr>
        <p:spPr>
          <a:xfrm>
            <a:off x="15168994" y="3803210"/>
            <a:ext cx="1750700" cy="752234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Payment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D961A955-6996-2B31-A1A3-E408084AD35D}"/>
              </a:ext>
            </a:extLst>
          </p:cNvPr>
          <p:cNvGrpSpPr/>
          <p:nvPr/>
        </p:nvGrpSpPr>
        <p:grpSpPr>
          <a:xfrm>
            <a:off x="6940573" y="7165622"/>
            <a:ext cx="1877547" cy="1832558"/>
            <a:chOff x="655320" y="2630915"/>
            <a:chExt cx="1548489" cy="2829816"/>
          </a:xfrm>
          <a:solidFill>
            <a:schemeClr val="bg1"/>
          </a:solidFill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CF17569-DED4-4698-9B43-735496E36368}"/>
                </a:ext>
              </a:extLst>
            </p:cNvPr>
            <p:cNvSpPr/>
            <p:nvPr/>
          </p:nvSpPr>
          <p:spPr>
            <a:xfrm>
              <a:off x="655320" y="3426132"/>
              <a:ext cx="1548489" cy="2034599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1200" u="sng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{exams}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Time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Duration</a:t>
              </a:r>
            </a:p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 Mark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B6142FC2-DCBD-5C47-605F-B18A102A602E}"/>
                </a:ext>
              </a:extLst>
            </p:cNvPr>
            <p:cNvSpPr/>
            <p:nvPr/>
          </p:nvSpPr>
          <p:spPr>
            <a:xfrm>
              <a:off x="655320" y="2630915"/>
              <a:ext cx="1548489" cy="795216"/>
            </a:xfrm>
            <a:prstGeom prst="rect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EDFF84C6-F69F-7AB1-2EE9-EC0D6F065717}"/>
              </a:ext>
            </a:extLst>
          </p:cNvPr>
          <p:cNvGrpSpPr/>
          <p:nvPr/>
        </p:nvGrpSpPr>
        <p:grpSpPr>
          <a:xfrm>
            <a:off x="1982516" y="8507081"/>
            <a:ext cx="1877543" cy="1096285"/>
            <a:chOff x="655320" y="2119641"/>
            <a:chExt cx="1934163" cy="2541897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42C069B-6033-CBD3-C113-DE3C38D9097A}"/>
                </a:ext>
              </a:extLst>
            </p:cNvPr>
            <p:cNvSpPr/>
            <p:nvPr/>
          </p:nvSpPr>
          <p:spPr>
            <a:xfrm>
              <a:off x="655320" y="2726686"/>
              <a:ext cx="1934163" cy="1934852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l"/>
              <a:r>
                <a:rPr lang="en-US" sz="1200" u="sng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UserReg_ID</a:t>
              </a:r>
              <a:endParaRPr lang="en-US" sz="1200" u="sng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UserReg_name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l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Password</a:t>
              </a:r>
            </a:p>
            <a:p>
              <a:pPr algn="l"/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UserType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976747E8-4521-D379-C31D-D91C3ABC05ED}"/>
                </a:ext>
              </a:extLst>
            </p:cNvPr>
            <p:cNvSpPr/>
            <p:nvPr/>
          </p:nvSpPr>
          <p:spPr>
            <a:xfrm>
              <a:off x="655320" y="2119641"/>
              <a:ext cx="1934163" cy="607043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3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User_Registration</a:t>
              </a:r>
              <a:endParaRPr lang="en-US" sz="1403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0BE8BE8-F900-6AE6-7B9E-398F25F7EA30}"/>
              </a:ext>
            </a:extLst>
          </p:cNvPr>
          <p:cNvGrpSpPr/>
          <p:nvPr/>
        </p:nvGrpSpPr>
        <p:grpSpPr>
          <a:xfrm>
            <a:off x="1881529" y="7168001"/>
            <a:ext cx="2077799" cy="740128"/>
            <a:chOff x="2453640" y="2468880"/>
            <a:chExt cx="4561840" cy="2214880"/>
          </a:xfrm>
          <a:solidFill>
            <a:schemeClr val="bg1"/>
          </a:solidFill>
        </p:grpSpPr>
        <p:sp>
          <p:nvSpPr>
            <p:cNvPr id="168" name="Diamond 167">
              <a:extLst>
                <a:ext uri="{FF2B5EF4-FFF2-40B4-BE49-F238E27FC236}">
                  <a16:creationId xmlns:a16="http://schemas.microsoft.com/office/drawing/2014/main" id="{D2790385-8A4F-49B5-0888-C69B0235A8E2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69" name="Diamond 168">
              <a:extLst>
                <a:ext uri="{FF2B5EF4-FFF2-40B4-BE49-F238E27FC236}">
                  <a16:creationId xmlns:a16="http://schemas.microsoft.com/office/drawing/2014/main" id="{A52F5C87-CCF8-C6EB-D14F-3C6FB38763DE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RegisteredBy</a:t>
              </a:r>
              <a:endParaRPr lang="en-US" sz="1400" dirty="0"/>
            </a:p>
          </p:txBody>
        </p:sp>
      </p:grp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1DBD047A-2626-4E5C-5152-68355F3977B3}"/>
              </a:ext>
            </a:extLst>
          </p:cNvPr>
          <p:cNvCxnSpPr>
            <a:cxnSpLocks/>
            <a:stCxn id="168" idx="0"/>
            <a:endCxn id="180" idx="3"/>
          </p:cNvCxnSpPr>
          <p:nvPr/>
        </p:nvCxnSpPr>
        <p:spPr>
          <a:xfrm flipV="1">
            <a:off x="2920429" y="6824317"/>
            <a:ext cx="9114" cy="3436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87B13615-6EAB-BB90-49CD-6834CE54F27D}"/>
              </a:ext>
            </a:extLst>
          </p:cNvPr>
          <p:cNvCxnSpPr>
            <a:cxnSpLocks/>
            <a:stCxn id="168" idx="2"/>
            <a:endCxn id="166" idx="0"/>
          </p:cNvCxnSpPr>
          <p:nvPr/>
        </p:nvCxnSpPr>
        <p:spPr>
          <a:xfrm>
            <a:off x="2920429" y="7908129"/>
            <a:ext cx="859" cy="5989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41A136A7-1F0A-03BF-2AEB-418048A2F611}"/>
              </a:ext>
            </a:extLst>
          </p:cNvPr>
          <p:cNvCxnSpPr>
            <a:cxnSpLocks/>
            <a:endCxn id="155" idx="1"/>
          </p:cNvCxnSpPr>
          <p:nvPr/>
        </p:nvCxnSpPr>
        <p:spPr>
          <a:xfrm>
            <a:off x="3860059" y="9306912"/>
            <a:ext cx="5826750" cy="6563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Isosceles Triangle 177">
            <a:extLst>
              <a:ext uri="{FF2B5EF4-FFF2-40B4-BE49-F238E27FC236}">
                <a16:creationId xmlns:a16="http://schemas.microsoft.com/office/drawing/2014/main" id="{F6488478-C63E-B158-BD53-6D74AA6221E2}"/>
              </a:ext>
            </a:extLst>
          </p:cNvPr>
          <p:cNvSpPr/>
          <p:nvPr/>
        </p:nvSpPr>
        <p:spPr>
          <a:xfrm rot="5400000">
            <a:off x="11997048" y="6131616"/>
            <a:ext cx="156752" cy="12042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9" name="Isosceles Triangle 178">
            <a:extLst>
              <a:ext uri="{FF2B5EF4-FFF2-40B4-BE49-F238E27FC236}">
                <a16:creationId xmlns:a16="http://schemas.microsoft.com/office/drawing/2014/main" id="{D6E24608-4FD1-7F84-3B84-44EB817731D1}"/>
              </a:ext>
            </a:extLst>
          </p:cNvPr>
          <p:cNvSpPr/>
          <p:nvPr/>
        </p:nvSpPr>
        <p:spPr>
          <a:xfrm rot="16200000">
            <a:off x="3832232" y="4661301"/>
            <a:ext cx="156752" cy="120425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0" name="Isosceles Triangle 179">
            <a:extLst>
              <a:ext uri="{FF2B5EF4-FFF2-40B4-BE49-F238E27FC236}">
                <a16:creationId xmlns:a16="http://schemas.microsoft.com/office/drawing/2014/main" id="{A9064F7B-3315-FA5D-4755-05000AD077BD}"/>
              </a:ext>
            </a:extLst>
          </p:cNvPr>
          <p:cNvSpPr/>
          <p:nvPr/>
        </p:nvSpPr>
        <p:spPr>
          <a:xfrm rot="532480">
            <a:off x="2862212" y="6702171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AA5776D-EA28-A3A7-812B-4399F6B31068}"/>
              </a:ext>
            </a:extLst>
          </p:cNvPr>
          <p:cNvSpPr txBox="1"/>
          <p:nvPr/>
        </p:nvSpPr>
        <p:spPr>
          <a:xfrm rot="16200000">
            <a:off x="-3799762" y="4159709"/>
            <a:ext cx="91217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u="sng" dirty="0">
                <a:solidFill>
                  <a:srgbClr val="0070C0"/>
                </a:solidFill>
              </a:rPr>
              <a:t>ER DIAGERAM FOR HSMS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95108D0-1642-5C10-20D7-5DBBD1C4C0A2}"/>
              </a:ext>
            </a:extLst>
          </p:cNvPr>
          <p:cNvCxnSpPr>
            <a:cxnSpLocks/>
            <a:stCxn id="118" idx="0"/>
          </p:cNvCxnSpPr>
          <p:nvPr/>
        </p:nvCxnSpPr>
        <p:spPr>
          <a:xfrm flipV="1">
            <a:off x="16044344" y="2031058"/>
            <a:ext cx="0" cy="177215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Diamond 67">
            <a:extLst>
              <a:ext uri="{FF2B5EF4-FFF2-40B4-BE49-F238E27FC236}">
                <a16:creationId xmlns:a16="http://schemas.microsoft.com/office/drawing/2014/main" id="{C3CE66E4-D2B2-C210-E543-C382946C99F7}"/>
              </a:ext>
            </a:extLst>
          </p:cNvPr>
          <p:cNvSpPr/>
          <p:nvPr/>
        </p:nvSpPr>
        <p:spPr>
          <a:xfrm>
            <a:off x="6990169" y="2444952"/>
            <a:ext cx="1750700" cy="752234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Routine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61B754B7-2779-E62F-E871-EC3A10F2413A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7865519" y="1721361"/>
            <a:ext cx="6437" cy="72359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Diamond 77">
            <a:extLst>
              <a:ext uri="{FF2B5EF4-FFF2-40B4-BE49-F238E27FC236}">
                <a16:creationId xmlns:a16="http://schemas.microsoft.com/office/drawing/2014/main" id="{76965417-2D2D-8C18-90C3-5ED9C787E4DB}"/>
              </a:ext>
            </a:extLst>
          </p:cNvPr>
          <p:cNvSpPr/>
          <p:nvPr/>
        </p:nvSpPr>
        <p:spPr>
          <a:xfrm>
            <a:off x="9656538" y="4418534"/>
            <a:ext cx="1877479" cy="796322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Persuing</a:t>
            </a:r>
            <a:endParaRPr lang="en-US" sz="1403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0" name="Diamond 79">
            <a:extLst>
              <a:ext uri="{FF2B5EF4-FFF2-40B4-BE49-F238E27FC236}">
                <a16:creationId xmlns:a16="http://schemas.microsoft.com/office/drawing/2014/main" id="{AE99C9BB-8C9A-528C-37CB-4A9093479336}"/>
              </a:ext>
            </a:extLst>
          </p:cNvPr>
          <p:cNvSpPr/>
          <p:nvPr/>
        </p:nvSpPr>
        <p:spPr>
          <a:xfrm>
            <a:off x="6940641" y="5764529"/>
            <a:ext cx="1877479" cy="796322"/>
          </a:xfrm>
          <a:prstGeom prst="diamond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Exam_</a:t>
            </a:r>
          </a:p>
          <a:p>
            <a:pPr algn="ctr"/>
            <a:r>
              <a:rPr lang="en-US" sz="1403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Control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23143A6D-E336-6C10-1EB0-AAB30B465DBB}"/>
              </a:ext>
            </a:extLst>
          </p:cNvPr>
          <p:cNvCxnSpPr>
            <a:cxnSpLocks/>
          </p:cNvCxnSpPr>
          <p:nvPr/>
        </p:nvCxnSpPr>
        <p:spPr>
          <a:xfrm>
            <a:off x="10725708" y="6201627"/>
            <a:ext cx="0" cy="27965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C8D2DFB-8A2E-A9AB-6001-2EC0A4BC2949}"/>
              </a:ext>
            </a:extLst>
          </p:cNvPr>
          <p:cNvCxnSpPr>
            <a:cxnSpLocks/>
            <a:endCxn id="178" idx="3"/>
          </p:cNvCxnSpPr>
          <p:nvPr/>
        </p:nvCxnSpPr>
        <p:spPr>
          <a:xfrm flipV="1">
            <a:off x="10693400" y="6191829"/>
            <a:ext cx="1321812" cy="4387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>
            <a:extLst>
              <a:ext uri="{FF2B5EF4-FFF2-40B4-BE49-F238E27FC236}">
                <a16:creationId xmlns:a16="http://schemas.microsoft.com/office/drawing/2014/main" id="{041D3222-B54E-C570-CF2C-F40922A0B006}"/>
              </a:ext>
            </a:extLst>
          </p:cNvPr>
          <p:cNvSpPr/>
          <p:nvPr/>
        </p:nvSpPr>
        <p:spPr>
          <a:xfrm rot="10800000">
            <a:off x="7858937" y="3802339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27016D62-73A1-9DE4-1A25-1667A659F64A}"/>
              </a:ext>
            </a:extLst>
          </p:cNvPr>
          <p:cNvCxnSpPr>
            <a:cxnSpLocks/>
            <a:endCxn id="135" idx="0"/>
          </p:cNvCxnSpPr>
          <p:nvPr/>
        </p:nvCxnSpPr>
        <p:spPr>
          <a:xfrm>
            <a:off x="7868737" y="6548400"/>
            <a:ext cx="10610" cy="617222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FE25FC35-A594-0891-D8A5-BA35877F6482}"/>
              </a:ext>
            </a:extLst>
          </p:cNvPr>
          <p:cNvCxnSpPr>
            <a:cxnSpLocks/>
          </p:cNvCxnSpPr>
          <p:nvPr/>
        </p:nvCxnSpPr>
        <p:spPr>
          <a:xfrm flipH="1">
            <a:off x="7879346" y="5319290"/>
            <a:ext cx="29202" cy="4406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B929B5ED-E6CE-DB1C-821C-B8504B8E7614}"/>
              </a:ext>
            </a:extLst>
          </p:cNvPr>
          <p:cNvSpPr/>
          <p:nvPr/>
        </p:nvSpPr>
        <p:spPr>
          <a:xfrm rot="410838">
            <a:off x="7831739" y="5291078"/>
            <a:ext cx="153619" cy="122881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B57DCB6B-2F95-CFA9-6E36-2B22A93B26FE}"/>
              </a:ext>
            </a:extLst>
          </p:cNvPr>
          <p:cNvCxnSpPr>
            <a:cxnSpLocks/>
            <a:stCxn id="49" idx="3"/>
            <a:endCxn id="78" idx="1"/>
          </p:cNvCxnSpPr>
          <p:nvPr/>
        </p:nvCxnSpPr>
        <p:spPr>
          <a:xfrm>
            <a:off x="8877983" y="4794887"/>
            <a:ext cx="778555" cy="218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ED986303-B68F-AD3C-AEAA-CB01CF1C4AE9}"/>
              </a:ext>
            </a:extLst>
          </p:cNvPr>
          <p:cNvCxnSpPr>
            <a:cxnSpLocks/>
          </p:cNvCxnSpPr>
          <p:nvPr/>
        </p:nvCxnSpPr>
        <p:spPr>
          <a:xfrm>
            <a:off x="11544326" y="4816695"/>
            <a:ext cx="59096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74DD23A-7E1E-B392-DA8C-6DAB4E6EADAA}"/>
              </a:ext>
            </a:extLst>
          </p:cNvPr>
          <p:cNvGrpSpPr/>
          <p:nvPr/>
        </p:nvGrpSpPr>
        <p:grpSpPr>
          <a:xfrm>
            <a:off x="9686809" y="9002478"/>
            <a:ext cx="2077799" cy="740128"/>
            <a:chOff x="2453640" y="2468880"/>
            <a:chExt cx="4561840" cy="2214880"/>
          </a:xfrm>
          <a:solidFill>
            <a:schemeClr val="bg1"/>
          </a:solidFill>
        </p:grpSpPr>
        <p:sp>
          <p:nvSpPr>
            <p:cNvPr id="155" name="Diamond 154">
              <a:extLst>
                <a:ext uri="{FF2B5EF4-FFF2-40B4-BE49-F238E27FC236}">
                  <a16:creationId xmlns:a16="http://schemas.microsoft.com/office/drawing/2014/main" id="{54AFE68C-27EA-D6D6-8677-9741B096C1CD}"/>
                </a:ext>
              </a:extLst>
            </p:cNvPr>
            <p:cNvSpPr/>
            <p:nvPr/>
          </p:nvSpPr>
          <p:spPr>
            <a:xfrm>
              <a:off x="2453640" y="2468880"/>
              <a:ext cx="4561840" cy="2214880"/>
            </a:xfrm>
            <a:prstGeom prst="diamond">
              <a:avLst/>
            </a:prstGeom>
            <a:grp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97" dirty="0"/>
            </a:p>
          </p:txBody>
        </p:sp>
        <p:sp>
          <p:nvSpPr>
            <p:cNvPr id="156" name="Diamond 155">
              <a:extLst>
                <a:ext uri="{FF2B5EF4-FFF2-40B4-BE49-F238E27FC236}">
                  <a16:creationId xmlns:a16="http://schemas.microsoft.com/office/drawing/2014/main" id="{60B6C903-ABF8-5728-FCDB-2EF824F8D28D}"/>
                </a:ext>
              </a:extLst>
            </p:cNvPr>
            <p:cNvSpPr/>
            <p:nvPr/>
          </p:nvSpPr>
          <p:spPr>
            <a:xfrm>
              <a:off x="2616648" y="2561067"/>
              <a:ext cx="4235823" cy="2030506"/>
            </a:xfrm>
            <a:prstGeom prst="diamond">
              <a:avLst/>
            </a:prstGeom>
            <a:grp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/>
                <a:t>RegisteredBy</a:t>
              </a:r>
              <a:endParaRPr 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95353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352</TotalTime>
  <Words>399</Words>
  <Application>Microsoft Office PowerPoint</Application>
  <PresentationFormat>Custom</PresentationFormat>
  <Paragraphs>178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ifti haque</dc:creator>
  <cp:lastModifiedBy>ifti haque</cp:lastModifiedBy>
  <cp:revision>9</cp:revision>
  <dcterms:created xsi:type="dcterms:W3CDTF">2023-08-20T11:02:43Z</dcterms:created>
  <dcterms:modified xsi:type="dcterms:W3CDTF">2023-08-27T14:32:23Z</dcterms:modified>
</cp:coreProperties>
</file>